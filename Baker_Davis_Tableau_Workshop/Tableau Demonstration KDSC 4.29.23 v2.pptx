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5" r:id="rId1"/>
  </p:sldMasterIdLst>
  <p:notesMasterIdLst>
    <p:notesMasterId r:id="rId6"/>
  </p:notesMasterIdLst>
  <p:sldIdLst>
    <p:sldId id="288" r:id="rId2"/>
    <p:sldId id="281" r:id="rId3"/>
    <p:sldId id="282" r:id="rId4"/>
    <p:sldId id="261" r:id="rId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blo Saenz de Tejada" initials="" lastIdx="1" clrIdx="0"/>
  <p:cmAuthor id="2" name="Sue Kraemer"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75965" autoAdjust="0"/>
  </p:normalViewPr>
  <p:slideViewPr>
    <p:cSldViewPr snapToGrid="0">
      <p:cViewPr varScale="1">
        <p:scale>
          <a:sx n="96" d="100"/>
          <a:sy n="96" d="100"/>
        </p:scale>
        <p:origin x="1443" y="43"/>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commentAuthors" Target="commen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Tableau owned by Salesforce</a:t>
            </a:r>
          </a:p>
          <a:p>
            <a:r>
              <a:rPr lang="en-US" sz="1100" b="0" i="0" u="none" strike="noStrike" cap="none" dirty="0">
                <a:solidFill>
                  <a:srgbClr val="000000"/>
                </a:solidFill>
                <a:effectLst/>
                <a:latin typeface="Arial"/>
                <a:ea typeface="Arial"/>
                <a:cs typeface="Arial"/>
                <a:sym typeface="Arial"/>
              </a:rPr>
              <a:t>A market-leading choice for modern business intelligence and data visualization, the Tableau platform is known for taking any kind of data from almost any system, and turning it into actionable insights with relative speed and ease. </a:t>
            </a:r>
          </a:p>
          <a:p>
            <a:r>
              <a:rPr lang="en-US" sz="1100" b="0" i="0" u="none" strike="noStrike" cap="none" dirty="0">
                <a:solidFill>
                  <a:srgbClr val="000000"/>
                </a:solidFill>
                <a:effectLst/>
                <a:latin typeface="Arial"/>
                <a:ea typeface="Arial"/>
                <a:cs typeface="Arial"/>
                <a:sym typeface="Arial"/>
              </a:rPr>
              <a:t>A very intuitive user experience. Once the software is learned, it’s as simple as dragging and dropping. If you can use Excel, you can use Tableau. </a:t>
            </a:r>
          </a:p>
          <a:p>
            <a:r>
              <a:rPr lang="en-US" dirty="0"/>
              <a:t>The Tableau Community: training, user-groups, Tableau Public, community is very open to sharing, etc.</a:t>
            </a:r>
          </a:p>
          <a:p>
            <a:endParaRPr lang="en-US" dirty="0"/>
          </a:p>
        </p:txBody>
      </p:sp>
    </p:spTree>
    <p:extLst>
      <p:ext uri="{BB962C8B-B14F-4D97-AF65-F5344CB8AC3E}">
        <p14:creationId xmlns:p14="http://schemas.microsoft.com/office/powerpoint/2010/main" val="27785971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Discussion of excel file</a:t>
            </a:r>
          </a:p>
          <a:p>
            <a:pPr lvl="1"/>
            <a:r>
              <a:rPr lang="en-US" dirty="0"/>
              <a:t>804 observations</a:t>
            </a:r>
          </a:p>
          <a:p>
            <a:pPr lvl="1"/>
            <a:r>
              <a:rPr lang="en-US" dirty="0"/>
              <a:t>Price ($)</a:t>
            </a:r>
          </a:p>
          <a:p>
            <a:pPr lvl="1"/>
            <a:r>
              <a:rPr lang="en-US" dirty="0"/>
              <a:t>Mileage</a:t>
            </a:r>
          </a:p>
          <a:p>
            <a:pPr lvl="1"/>
            <a:r>
              <a:rPr lang="en-US" dirty="0"/>
              <a:t>Make: </a:t>
            </a:r>
            <a:r>
              <a:rPr lang="en-US" b="1" dirty="0"/>
              <a:t>Filter-</a:t>
            </a:r>
            <a:r>
              <a:rPr lang="en-US" dirty="0"/>
              <a:t> different types of GM Makes from 2005</a:t>
            </a:r>
          </a:p>
          <a:p>
            <a:pPr lvl="1"/>
            <a:r>
              <a:rPr lang="en-US" dirty="0"/>
              <a:t>Model- many</a:t>
            </a:r>
          </a:p>
          <a:p>
            <a:pPr lvl="1"/>
            <a:r>
              <a:rPr lang="en-US" dirty="0"/>
              <a:t>Trim- also quite a few</a:t>
            </a:r>
          </a:p>
          <a:p>
            <a:pPr lvl="1"/>
            <a:r>
              <a:rPr lang="en-US" dirty="0"/>
              <a:t>Type- only 5 types</a:t>
            </a:r>
          </a:p>
          <a:p>
            <a:pPr lvl="1"/>
            <a:r>
              <a:rPr lang="en-US" dirty="0"/>
              <a:t>Cylinder: 4, 6, or 8</a:t>
            </a:r>
          </a:p>
          <a:p>
            <a:pPr lvl="1"/>
            <a:r>
              <a:rPr lang="en-US" dirty="0"/>
              <a:t>Engine Type: Various types</a:t>
            </a:r>
          </a:p>
          <a:p>
            <a:pPr lvl="1"/>
            <a:r>
              <a:rPr lang="en-US" dirty="0"/>
              <a:t>Doors: 2 or 4</a:t>
            </a:r>
          </a:p>
          <a:p>
            <a:pPr lvl="1"/>
            <a:r>
              <a:rPr lang="en-US" dirty="0"/>
              <a:t>Cruise: Indicator Variable</a:t>
            </a:r>
          </a:p>
          <a:p>
            <a:pPr lvl="1"/>
            <a:r>
              <a:rPr lang="en-US" dirty="0"/>
              <a:t>Sound: Indicator Variable</a:t>
            </a:r>
          </a:p>
          <a:p>
            <a:pPr lvl="1"/>
            <a:r>
              <a:rPr lang="en-US" dirty="0"/>
              <a:t>Leather: Indicator Variable</a:t>
            </a:r>
          </a:p>
        </p:txBody>
      </p:sp>
    </p:spTree>
    <p:extLst>
      <p:ext uri="{BB962C8B-B14F-4D97-AF65-F5344CB8AC3E}">
        <p14:creationId xmlns:p14="http://schemas.microsoft.com/office/powerpoint/2010/main" val="27993985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13b448309e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3" name="Google Shape;723;g13b448309e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As you teach this slide demonstrate:</a:t>
            </a:r>
            <a:endParaRPr dirty="0"/>
          </a:p>
          <a:p>
            <a:pPr marL="457200" lvl="0" indent="-298450" algn="l" rtl="0">
              <a:spcBef>
                <a:spcPts val="0"/>
              </a:spcBef>
              <a:spcAft>
                <a:spcPts val="0"/>
              </a:spcAft>
              <a:buSzPts val="1100"/>
              <a:buChar char="●"/>
            </a:pPr>
            <a:r>
              <a:rPr lang="en" dirty="0"/>
              <a:t>How Tableau starts with a data source and that Tableau can connect to all types of data. </a:t>
            </a:r>
            <a:endParaRPr dirty="0"/>
          </a:p>
          <a:p>
            <a:pPr marL="0" lvl="0" indent="0" algn="l" rtl="0">
              <a:spcBef>
                <a:spcPts val="0"/>
              </a:spcBef>
              <a:spcAft>
                <a:spcPts val="0"/>
              </a:spcAft>
              <a:buNone/>
            </a:pPr>
            <a:endParaRPr dirty="0"/>
          </a:p>
          <a:p>
            <a:pPr marL="158750" lvl="0" indent="0" algn="l" rtl="0">
              <a:spcBef>
                <a:spcPts val="0"/>
              </a:spcBef>
              <a:spcAft>
                <a:spcPts val="0"/>
              </a:spcAft>
              <a:buSzPts val="1100"/>
              <a:buNone/>
            </a:pPr>
            <a:endParaRPr lang="en" dirty="0"/>
          </a:p>
          <a:p>
            <a:pPr marL="158750" lvl="0" indent="0" algn="l" rtl="0">
              <a:spcBef>
                <a:spcPts val="0"/>
              </a:spcBef>
              <a:spcAft>
                <a:spcPts val="0"/>
              </a:spcAft>
              <a:buSzPts val="110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Slide">
    <p:spTree>
      <p:nvGrpSpPr>
        <p:cNvPr id="1" name=""/>
        <p:cNvGrpSpPr/>
        <p:nvPr/>
      </p:nvGrpSpPr>
      <p:grpSpPr>
        <a:xfrm>
          <a:off x="0" y="0"/>
          <a:ext cx="0" cy="0"/>
          <a:chOff x="0" y="0"/>
          <a:chExt cx="0" cy="0"/>
        </a:xfrm>
      </p:grpSpPr>
      <p:pic>
        <p:nvPicPr>
          <p:cNvPr id="5" name="Picture 6"/>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25649" y="381000"/>
            <a:ext cx="1621234" cy="337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3"/>
          <p:cNvSpPr>
            <a:spLocks noGrp="1"/>
          </p:cNvSpPr>
          <p:nvPr>
            <p:ph type="body" sz="quarter" idx="11"/>
          </p:nvPr>
        </p:nvSpPr>
        <p:spPr>
          <a:xfrm>
            <a:off x="441240" y="1182348"/>
            <a:ext cx="8278223" cy="360676"/>
          </a:xfrm>
          <a:prstGeom prst="rect">
            <a:avLst/>
          </a:prstGeom>
        </p:spPr>
        <p:txBody>
          <a:bodyPr wrap="square" lIns="0" tIns="0" rIns="0" bIns="0">
            <a:spAutoFit/>
          </a:bodyPr>
          <a:lstStyle>
            <a:lvl1pPr marL="0" indent="0">
              <a:lnSpc>
                <a:spcPct val="80000"/>
              </a:lnSpc>
              <a:buNone/>
              <a:defRPr sz="2813" b="0" i="0" baseline="0">
                <a:solidFill>
                  <a:schemeClr val="accent5"/>
                </a:solidFill>
                <a:latin typeface="BentonSans Book"/>
                <a:cs typeface="BentonSans Book"/>
              </a:defRPr>
            </a:lvl1pPr>
            <a:lvl2pPr marL="408194" indent="0">
              <a:buNone/>
              <a:defRPr/>
            </a:lvl2pPr>
            <a:lvl3pPr marL="816388" indent="0">
              <a:buNone/>
              <a:defRPr/>
            </a:lvl3pPr>
            <a:lvl4pPr marL="1224582" indent="0">
              <a:buNone/>
              <a:defRPr/>
            </a:lvl4pPr>
            <a:lvl5pPr marL="1632776" indent="0">
              <a:buNone/>
              <a:defRPr/>
            </a:lvl5pPr>
          </a:lstStyle>
          <a:p>
            <a:pPr lvl="0"/>
            <a:r>
              <a:rPr lang="en-US"/>
              <a:t>Click to edit Master text styles</a:t>
            </a:r>
          </a:p>
        </p:txBody>
      </p:sp>
    </p:spTree>
    <p:extLst>
      <p:ext uri="{BB962C8B-B14F-4D97-AF65-F5344CB8AC3E}">
        <p14:creationId xmlns:p14="http://schemas.microsoft.com/office/powerpoint/2010/main" val="3366252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3" name="Text Placeholder 32"/>
          <p:cNvSpPr>
            <a:spLocks noGrp="1"/>
          </p:cNvSpPr>
          <p:nvPr>
            <p:ph type="body" sz="quarter" idx="11"/>
          </p:nvPr>
        </p:nvSpPr>
        <p:spPr>
          <a:xfrm>
            <a:off x="441314" y="1133153"/>
            <a:ext cx="3335734" cy="2277386"/>
          </a:xfrm>
          <a:prstGeom prst="rect">
            <a:avLst/>
          </a:prstGeom>
        </p:spPr>
        <p:txBody>
          <a:bodyPr vert="horz" lIns="0" tIns="0" rIns="0" bIns="0">
            <a:spAutoFit/>
          </a:bodyPr>
          <a:lstStyle>
            <a:lvl1pPr marL="0" indent="0">
              <a:lnSpc>
                <a:spcPct val="150000"/>
              </a:lnSpc>
              <a:spcBef>
                <a:spcPts val="0"/>
              </a:spcBef>
              <a:buFontTx/>
              <a:buNone/>
              <a:defRPr sz="1750" b="0" i="0" baseline="0">
                <a:solidFill>
                  <a:schemeClr val="accent5"/>
                </a:solidFill>
                <a:latin typeface="Merriweather Light"/>
                <a:cs typeface="Merriweather Light"/>
              </a:defRPr>
            </a:lvl1pPr>
            <a:lvl2pPr marL="0" indent="0">
              <a:lnSpc>
                <a:spcPct val="150000"/>
              </a:lnSpc>
              <a:buFontTx/>
              <a:buNone/>
              <a:defRPr sz="1813" baseline="0">
                <a:solidFill>
                  <a:schemeClr val="accent5"/>
                </a:solidFill>
              </a:defRPr>
            </a:lvl2pPr>
            <a:lvl3pPr marL="0" indent="0">
              <a:lnSpc>
                <a:spcPct val="150000"/>
              </a:lnSpc>
              <a:buFontTx/>
              <a:buNone/>
              <a:defRPr sz="1813" baseline="0">
                <a:solidFill>
                  <a:schemeClr val="accent5"/>
                </a:solidFill>
              </a:defRPr>
            </a:lvl3pPr>
            <a:lvl4pPr marL="0" indent="0">
              <a:lnSpc>
                <a:spcPct val="150000"/>
              </a:lnSpc>
              <a:buFontTx/>
              <a:buNone/>
              <a:defRPr sz="1813" baseline="0">
                <a:solidFill>
                  <a:schemeClr val="accent5"/>
                </a:solidFill>
              </a:defRPr>
            </a:lvl4pPr>
            <a:lvl5pPr marL="0" indent="0">
              <a:lnSpc>
                <a:spcPct val="150000"/>
              </a:lnSpc>
              <a:buFontTx/>
              <a:buNone/>
              <a:defRPr sz="1813" baseline="0">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2"/>
          <p:cNvSpPr>
            <a:spLocks noGrp="1"/>
          </p:cNvSpPr>
          <p:nvPr>
            <p:ph type="body" sz="quarter" idx="12"/>
          </p:nvPr>
        </p:nvSpPr>
        <p:spPr>
          <a:xfrm>
            <a:off x="5340946" y="1133153"/>
            <a:ext cx="3384351" cy="2277386"/>
          </a:xfrm>
          <a:prstGeom prst="rect">
            <a:avLst/>
          </a:prstGeom>
        </p:spPr>
        <p:txBody>
          <a:bodyPr vert="horz" wrap="square" lIns="0" tIns="0" rIns="0" bIns="0">
            <a:spAutoFit/>
          </a:bodyPr>
          <a:lstStyle>
            <a:lvl1pPr marL="0" marR="0" indent="0" algn="l" defTabSz="816388" rtl="0" eaLnBrk="1" fontAlgn="auto" latinLnBrk="0" hangingPunct="1">
              <a:lnSpc>
                <a:spcPct val="150000"/>
              </a:lnSpc>
              <a:spcBef>
                <a:spcPts val="0"/>
              </a:spcBef>
              <a:spcAft>
                <a:spcPts val="0"/>
              </a:spcAft>
              <a:buClrTx/>
              <a:buSzTx/>
              <a:buFontTx/>
              <a:buNone/>
              <a:tabLst/>
              <a:defRPr sz="1750" b="0" i="0" baseline="0">
                <a:solidFill>
                  <a:srgbClr val="4C4C4C"/>
                </a:solidFill>
                <a:latin typeface="Merriweather Light"/>
                <a:cs typeface="Merriweather Light"/>
              </a:defRPr>
            </a:lvl1pPr>
            <a:lvl2pPr marL="0" indent="0">
              <a:lnSpc>
                <a:spcPct val="150000"/>
              </a:lnSpc>
              <a:buFontTx/>
              <a:buNone/>
              <a:defRPr sz="1813" baseline="0">
                <a:solidFill>
                  <a:srgbClr val="4C4C4C"/>
                </a:solidFill>
              </a:defRPr>
            </a:lvl2pPr>
            <a:lvl3pPr marL="0" indent="0">
              <a:lnSpc>
                <a:spcPct val="150000"/>
              </a:lnSpc>
              <a:buFontTx/>
              <a:buNone/>
              <a:defRPr sz="1813" baseline="0">
                <a:solidFill>
                  <a:srgbClr val="4C4C4C"/>
                </a:solidFill>
              </a:defRPr>
            </a:lvl3pPr>
            <a:lvl4pPr marL="0" indent="0">
              <a:lnSpc>
                <a:spcPct val="150000"/>
              </a:lnSpc>
              <a:buFontTx/>
              <a:buNone/>
              <a:defRPr sz="1813" baseline="0">
                <a:solidFill>
                  <a:srgbClr val="4C4C4C"/>
                </a:solidFill>
              </a:defRPr>
            </a:lvl4pPr>
            <a:lvl5pPr marL="0" indent="0">
              <a:lnSpc>
                <a:spcPct val="150000"/>
              </a:lnSpc>
              <a:buFontTx/>
              <a:buNone/>
              <a:defRPr sz="1813" baseline="0">
                <a:solidFill>
                  <a:srgbClr val="4C4C4C"/>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5"/>
          <p:cNvSpPr>
            <a:spLocks noGrp="1"/>
          </p:cNvSpPr>
          <p:nvPr>
            <p:ph type="body" sz="quarter" idx="13"/>
          </p:nvPr>
        </p:nvSpPr>
        <p:spPr>
          <a:xfrm>
            <a:off x="447076" y="375179"/>
            <a:ext cx="8278221" cy="360676"/>
          </a:xfrm>
          <a:prstGeom prst="rect">
            <a:avLst/>
          </a:prstGeom>
        </p:spPr>
        <p:txBody>
          <a:bodyPr wrap="square" lIns="0" tIns="0" rIns="0" bIns="0">
            <a:spAutoFit/>
          </a:bodyPr>
          <a:lstStyle>
            <a:lvl1pPr marL="0" indent="0">
              <a:lnSpc>
                <a:spcPct val="80000"/>
              </a:lnSpc>
              <a:buFontTx/>
              <a:buNone/>
              <a:defRPr sz="2813" b="0" i="0" baseline="0">
                <a:solidFill>
                  <a:schemeClr val="accent5"/>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22794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ew Topic">
    <p:spTree>
      <p:nvGrpSpPr>
        <p:cNvPr id="1" name=""/>
        <p:cNvGrpSpPr/>
        <p:nvPr/>
      </p:nvGrpSpPr>
      <p:grpSpPr>
        <a:xfrm>
          <a:off x="0" y="0"/>
          <a:ext cx="0" cy="0"/>
          <a:chOff x="0" y="0"/>
          <a:chExt cx="0" cy="0"/>
        </a:xfrm>
      </p:grpSpPr>
      <p:sp>
        <p:nvSpPr>
          <p:cNvPr id="3" name="Rectangle 2"/>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16388" fontAlgn="auto">
              <a:spcBef>
                <a:spcPts val="0"/>
              </a:spcBef>
              <a:spcAft>
                <a:spcPts val="0"/>
              </a:spcAft>
              <a:defRPr/>
            </a:pPr>
            <a:endParaRPr lang="en-US" sz="875" dirty="0">
              <a:latin typeface="BentonSans Book"/>
            </a:endParaRPr>
          </a:p>
        </p:txBody>
      </p:sp>
      <p:pic>
        <p:nvPicPr>
          <p:cNvPr id="7" name="Picture 6" descr="Bottom_Viz_August-02.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35699" t="3221" r="13841" b="-3221"/>
          <a:stretch/>
        </p:blipFill>
        <p:spPr>
          <a:xfrm>
            <a:off x="0" y="2016125"/>
            <a:ext cx="9144000" cy="1970723"/>
          </a:xfrm>
          <a:prstGeom prst="rect">
            <a:avLst/>
          </a:prstGeom>
        </p:spPr>
      </p:pic>
      <p:sp>
        <p:nvSpPr>
          <p:cNvPr id="5" name="Text Placeholder 3"/>
          <p:cNvSpPr>
            <a:spLocks noGrp="1"/>
          </p:cNvSpPr>
          <p:nvPr>
            <p:ph type="body" sz="quarter" idx="11"/>
          </p:nvPr>
        </p:nvSpPr>
        <p:spPr>
          <a:xfrm>
            <a:off x="441240" y="1182348"/>
            <a:ext cx="8278223" cy="360676"/>
          </a:xfrm>
          <a:prstGeom prst="rect">
            <a:avLst/>
          </a:prstGeom>
        </p:spPr>
        <p:txBody>
          <a:bodyPr wrap="square" lIns="0" tIns="0" rIns="0" bIns="0">
            <a:spAutoFit/>
          </a:bodyPr>
          <a:lstStyle>
            <a:lvl1pPr marL="0" indent="0">
              <a:lnSpc>
                <a:spcPct val="80000"/>
              </a:lnSpc>
              <a:buNone/>
              <a:defRPr sz="2813" b="0" i="0" baseline="0">
                <a:solidFill>
                  <a:schemeClr val="accent5"/>
                </a:solidFill>
                <a:latin typeface="BentonSans Book"/>
                <a:cs typeface="BentonSans Book"/>
              </a:defRPr>
            </a:lvl1pPr>
            <a:lvl2pPr marL="408194" indent="0">
              <a:buNone/>
              <a:defRPr/>
            </a:lvl2pPr>
            <a:lvl3pPr marL="816388" indent="0">
              <a:buNone/>
              <a:defRPr/>
            </a:lvl3pPr>
            <a:lvl4pPr marL="1224582" indent="0">
              <a:buNone/>
              <a:defRPr/>
            </a:lvl4pPr>
            <a:lvl5pPr marL="1632776" indent="0">
              <a:buNone/>
              <a:defRPr/>
            </a:lvl5pPr>
          </a:lstStyle>
          <a:p>
            <a:pPr lvl="0"/>
            <a:r>
              <a:rPr lang="en-US"/>
              <a:t>Click to edit Master text styles</a:t>
            </a:r>
          </a:p>
        </p:txBody>
      </p:sp>
    </p:spTree>
    <p:extLst>
      <p:ext uri="{BB962C8B-B14F-4D97-AF65-F5344CB8AC3E}">
        <p14:creationId xmlns:p14="http://schemas.microsoft.com/office/powerpoint/2010/main" val="1837209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New Topic">
    <p:spTree>
      <p:nvGrpSpPr>
        <p:cNvPr id="1" name=""/>
        <p:cNvGrpSpPr/>
        <p:nvPr/>
      </p:nvGrpSpPr>
      <p:grpSpPr>
        <a:xfrm>
          <a:off x="0" y="0"/>
          <a:ext cx="0" cy="0"/>
          <a:chOff x="0" y="0"/>
          <a:chExt cx="0" cy="0"/>
        </a:xfrm>
      </p:grpSpPr>
      <p:sp>
        <p:nvSpPr>
          <p:cNvPr id="3" name="Rectangle 2"/>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16388" fontAlgn="auto">
              <a:spcBef>
                <a:spcPts val="0"/>
              </a:spcBef>
              <a:spcAft>
                <a:spcPts val="0"/>
              </a:spcAft>
              <a:defRPr/>
            </a:pPr>
            <a:endParaRPr lang="en-US" sz="875" dirty="0">
              <a:latin typeface="BentonSans Book"/>
            </a:endParaRPr>
          </a:p>
        </p:txBody>
      </p:sp>
      <p:pic>
        <p:nvPicPr>
          <p:cNvPr id="5" name="Picture 4" descr="SectionDivider-03.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5658" r="12503"/>
          <a:stretch/>
        </p:blipFill>
        <p:spPr>
          <a:xfrm>
            <a:off x="0" y="1476375"/>
            <a:ext cx="9144000" cy="3426460"/>
          </a:xfrm>
          <a:prstGeom prst="rect">
            <a:avLst/>
          </a:prstGeom>
        </p:spPr>
      </p:pic>
      <p:sp>
        <p:nvSpPr>
          <p:cNvPr id="7" name="Text Placeholder 3"/>
          <p:cNvSpPr>
            <a:spLocks noGrp="1"/>
          </p:cNvSpPr>
          <p:nvPr>
            <p:ph type="body" sz="quarter" idx="11"/>
          </p:nvPr>
        </p:nvSpPr>
        <p:spPr>
          <a:xfrm>
            <a:off x="441240" y="1182348"/>
            <a:ext cx="8278223" cy="360676"/>
          </a:xfrm>
          <a:prstGeom prst="rect">
            <a:avLst/>
          </a:prstGeom>
        </p:spPr>
        <p:txBody>
          <a:bodyPr wrap="square" lIns="0" tIns="0" rIns="0" bIns="0">
            <a:spAutoFit/>
          </a:bodyPr>
          <a:lstStyle>
            <a:lvl1pPr marL="0" indent="0">
              <a:lnSpc>
                <a:spcPct val="80000"/>
              </a:lnSpc>
              <a:buNone/>
              <a:defRPr sz="2813" b="0" i="0" baseline="0">
                <a:solidFill>
                  <a:schemeClr val="accent5"/>
                </a:solidFill>
                <a:latin typeface="BentonSans Book"/>
                <a:cs typeface="BentonSans Book"/>
              </a:defRPr>
            </a:lvl1pPr>
            <a:lvl2pPr marL="408194" indent="0">
              <a:buNone/>
              <a:defRPr/>
            </a:lvl2pPr>
            <a:lvl3pPr marL="816388" indent="0">
              <a:buNone/>
              <a:defRPr/>
            </a:lvl3pPr>
            <a:lvl4pPr marL="1224582" indent="0">
              <a:buNone/>
              <a:defRPr/>
            </a:lvl4pPr>
            <a:lvl5pPr marL="1632776" indent="0">
              <a:buNone/>
              <a:defRPr/>
            </a:lvl5pPr>
          </a:lstStyle>
          <a:p>
            <a:pPr lvl="0"/>
            <a:r>
              <a:rPr lang="en-US"/>
              <a:t>Click to edit Master text styles</a:t>
            </a:r>
          </a:p>
        </p:txBody>
      </p:sp>
    </p:spTree>
    <p:extLst>
      <p:ext uri="{BB962C8B-B14F-4D97-AF65-F5344CB8AC3E}">
        <p14:creationId xmlns:p14="http://schemas.microsoft.com/office/powerpoint/2010/main" val="3606617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New Topic">
    <p:spTree>
      <p:nvGrpSpPr>
        <p:cNvPr id="1" name=""/>
        <p:cNvGrpSpPr/>
        <p:nvPr/>
      </p:nvGrpSpPr>
      <p:grpSpPr>
        <a:xfrm>
          <a:off x="0" y="0"/>
          <a:ext cx="0" cy="0"/>
          <a:chOff x="0" y="0"/>
          <a:chExt cx="0" cy="0"/>
        </a:xfrm>
      </p:grpSpPr>
      <p:sp>
        <p:nvSpPr>
          <p:cNvPr id="3" name="Rectangle 2"/>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16388" fontAlgn="auto">
              <a:spcBef>
                <a:spcPts val="0"/>
              </a:spcBef>
              <a:spcAft>
                <a:spcPts val="0"/>
              </a:spcAft>
              <a:defRPr/>
            </a:pPr>
            <a:endParaRPr lang="en-US" sz="875" dirty="0">
              <a:latin typeface="BentonSans Book"/>
            </a:endParaRPr>
          </a:p>
        </p:txBody>
      </p:sp>
      <p:pic>
        <p:nvPicPr>
          <p:cNvPr id="7" name="Picture 6" descr="SectionDivider-02.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5541"/>
          <a:stretch/>
        </p:blipFill>
        <p:spPr>
          <a:xfrm>
            <a:off x="0" y="1841500"/>
            <a:ext cx="9144000" cy="2968625"/>
          </a:xfrm>
          <a:prstGeom prst="rect">
            <a:avLst/>
          </a:prstGeom>
        </p:spPr>
      </p:pic>
      <p:sp>
        <p:nvSpPr>
          <p:cNvPr id="5" name="Text Placeholder 3"/>
          <p:cNvSpPr>
            <a:spLocks noGrp="1"/>
          </p:cNvSpPr>
          <p:nvPr>
            <p:ph type="body" sz="quarter" idx="11"/>
          </p:nvPr>
        </p:nvSpPr>
        <p:spPr>
          <a:xfrm>
            <a:off x="441240" y="1182348"/>
            <a:ext cx="8278223" cy="360676"/>
          </a:xfrm>
          <a:prstGeom prst="rect">
            <a:avLst/>
          </a:prstGeom>
        </p:spPr>
        <p:txBody>
          <a:bodyPr wrap="square" lIns="0" tIns="0" rIns="0" bIns="0">
            <a:spAutoFit/>
          </a:bodyPr>
          <a:lstStyle>
            <a:lvl1pPr marL="0" indent="0">
              <a:lnSpc>
                <a:spcPct val="80000"/>
              </a:lnSpc>
              <a:buNone/>
              <a:defRPr sz="2813" b="0" i="0" baseline="0">
                <a:solidFill>
                  <a:schemeClr val="accent5"/>
                </a:solidFill>
                <a:latin typeface="BentonSans Book"/>
                <a:cs typeface="BentonSans Book"/>
              </a:defRPr>
            </a:lvl1pPr>
            <a:lvl2pPr marL="408194" indent="0">
              <a:buNone/>
              <a:defRPr/>
            </a:lvl2pPr>
            <a:lvl3pPr marL="816388" indent="0">
              <a:buNone/>
              <a:defRPr/>
            </a:lvl3pPr>
            <a:lvl4pPr marL="1224582" indent="0">
              <a:buNone/>
              <a:defRPr/>
            </a:lvl4pPr>
            <a:lvl5pPr marL="1632776" indent="0">
              <a:buNone/>
              <a:defRPr/>
            </a:lvl5pPr>
          </a:lstStyle>
          <a:p>
            <a:pPr lvl="0"/>
            <a:r>
              <a:rPr lang="en-US"/>
              <a:t>Click to edit Master text styles</a:t>
            </a:r>
          </a:p>
        </p:txBody>
      </p:sp>
    </p:spTree>
    <p:extLst>
      <p:ext uri="{BB962C8B-B14F-4D97-AF65-F5344CB8AC3E}">
        <p14:creationId xmlns:p14="http://schemas.microsoft.com/office/powerpoint/2010/main" val="4225275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ext Placeholder 5"/>
          <p:cNvSpPr>
            <a:spLocks noGrp="1"/>
          </p:cNvSpPr>
          <p:nvPr>
            <p:ph type="body" sz="quarter" idx="12"/>
          </p:nvPr>
        </p:nvSpPr>
        <p:spPr>
          <a:xfrm>
            <a:off x="443786" y="374187"/>
            <a:ext cx="8293183" cy="360676"/>
          </a:xfrm>
          <a:prstGeom prst="rect">
            <a:avLst/>
          </a:prstGeom>
        </p:spPr>
        <p:txBody>
          <a:bodyPr wrap="square" lIns="0" tIns="0" rIns="0" bIns="0">
            <a:spAutoFit/>
          </a:bodyPr>
          <a:lstStyle>
            <a:lvl1pPr marL="0" indent="0">
              <a:lnSpc>
                <a:spcPct val="80000"/>
              </a:lnSpc>
              <a:buFontTx/>
              <a:buNone/>
              <a:defRPr sz="2813"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3541857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ulti-level content">
    <p:spTree>
      <p:nvGrpSpPr>
        <p:cNvPr id="1" name=""/>
        <p:cNvGrpSpPr/>
        <p:nvPr/>
      </p:nvGrpSpPr>
      <p:grpSpPr>
        <a:xfrm>
          <a:off x="0" y="0"/>
          <a:ext cx="0" cy="0"/>
          <a:chOff x="0" y="0"/>
          <a:chExt cx="0" cy="0"/>
        </a:xfrm>
      </p:grpSpPr>
      <p:sp>
        <p:nvSpPr>
          <p:cNvPr id="18" name="Text Placeholder 5"/>
          <p:cNvSpPr>
            <a:spLocks noGrp="1"/>
          </p:cNvSpPr>
          <p:nvPr>
            <p:ph type="body" sz="quarter" idx="12"/>
          </p:nvPr>
        </p:nvSpPr>
        <p:spPr>
          <a:xfrm>
            <a:off x="443786" y="374187"/>
            <a:ext cx="8293183" cy="360676"/>
          </a:xfrm>
          <a:prstGeom prst="rect">
            <a:avLst/>
          </a:prstGeom>
        </p:spPr>
        <p:txBody>
          <a:bodyPr wrap="square" lIns="0" tIns="0" rIns="0" bIns="0">
            <a:spAutoFit/>
          </a:bodyPr>
          <a:lstStyle>
            <a:lvl1pPr marL="0" indent="0">
              <a:lnSpc>
                <a:spcPct val="80000"/>
              </a:lnSpc>
              <a:buFontTx/>
              <a:buNone/>
              <a:defRPr sz="2813" b="0" i="0">
                <a:solidFill>
                  <a:srgbClr val="4C4C4C"/>
                </a:solidFill>
                <a:latin typeface="BentonSans Book"/>
                <a:cs typeface="BentonSans Book"/>
              </a:defRPr>
            </a:lvl1pPr>
          </a:lstStyle>
          <a:p>
            <a:pPr lvl="0"/>
            <a:r>
              <a:rPr lang="en-US"/>
              <a:t>Click to edit Master text styles</a:t>
            </a:r>
          </a:p>
        </p:txBody>
      </p:sp>
      <p:sp>
        <p:nvSpPr>
          <p:cNvPr id="4" name="Content Placeholder 2"/>
          <p:cNvSpPr>
            <a:spLocks noGrp="1"/>
          </p:cNvSpPr>
          <p:nvPr>
            <p:ph idx="14"/>
          </p:nvPr>
        </p:nvSpPr>
        <p:spPr>
          <a:xfrm>
            <a:off x="440298" y="1183447"/>
            <a:ext cx="8296746" cy="276999"/>
          </a:xfrm>
          <a:prstGeom prst="rect">
            <a:avLst/>
          </a:prstGeom>
        </p:spPr>
        <p:txBody>
          <a:bodyPr wrap="square" lIns="0" tIns="0" rIns="0" bIns="0">
            <a:spAutoFit/>
          </a:bodyPr>
          <a:lstStyle>
            <a:lvl1pPr marL="3969" indent="0">
              <a:spcBef>
                <a:spcPts val="0"/>
              </a:spcBef>
              <a:spcAft>
                <a:spcPts val="375"/>
              </a:spcAft>
              <a:buSzPct val="100000"/>
              <a:buFont typeface="+mj-lt"/>
              <a:buNone/>
              <a:tabLst/>
              <a:defRPr sz="1750" b="0" i="0" baseline="0">
                <a:solidFill>
                  <a:srgbClr val="4C4C4C"/>
                </a:solidFill>
                <a:latin typeface="Merriweather Light"/>
                <a:cs typeface="Merriweather Light"/>
              </a:defRPr>
            </a:lvl1pPr>
            <a:lvl2pPr marL="180578" indent="0">
              <a:spcBef>
                <a:spcPts val="0"/>
              </a:spcBef>
              <a:spcAft>
                <a:spcPts val="375"/>
              </a:spcAft>
              <a:buSzPct val="100000"/>
              <a:buFont typeface="+mj-lt"/>
              <a:buNone/>
              <a:defRPr sz="1500" baseline="0">
                <a:solidFill>
                  <a:schemeClr val="accent5"/>
                </a:solidFill>
              </a:defRPr>
            </a:lvl2pPr>
            <a:lvl3pPr marL="320477" indent="0">
              <a:spcBef>
                <a:spcPts val="0"/>
              </a:spcBef>
              <a:spcAft>
                <a:spcPts val="375"/>
              </a:spcAft>
              <a:buSzPct val="100000"/>
              <a:buFont typeface="+mj-lt"/>
              <a:buNone/>
              <a:defRPr sz="1313" baseline="0">
                <a:solidFill>
                  <a:schemeClr val="accent5"/>
                </a:solidFill>
              </a:defRPr>
            </a:lvl3pPr>
            <a:lvl4pPr marL="463352" indent="0">
              <a:spcBef>
                <a:spcPts val="0"/>
              </a:spcBef>
              <a:spcAft>
                <a:spcPts val="375"/>
              </a:spcAft>
              <a:buSzPct val="100000"/>
              <a:buFont typeface="+mj-lt"/>
              <a:buNone/>
              <a:defRPr sz="1125" baseline="0">
                <a:solidFill>
                  <a:schemeClr val="accent5"/>
                </a:solidFill>
              </a:defRPr>
            </a:lvl4pPr>
            <a:lvl5pPr marL="1504156" indent="-214313">
              <a:buSzPct val="100000"/>
              <a:buFont typeface="+mj-lt"/>
              <a:buAutoNum type="arabicPeriod"/>
              <a:defRPr sz="1000">
                <a:solidFill>
                  <a:schemeClr val="accent5"/>
                </a:solidFill>
              </a:defRPr>
            </a:lvl5pPr>
          </a:lstStyle>
          <a:p>
            <a:pPr lvl="0"/>
            <a:r>
              <a:rPr lang="en-US"/>
              <a:t>Click to edit Master text styles</a:t>
            </a:r>
          </a:p>
        </p:txBody>
      </p:sp>
    </p:spTree>
    <p:extLst>
      <p:ext uri="{BB962C8B-B14F-4D97-AF65-F5344CB8AC3E}">
        <p14:creationId xmlns:p14="http://schemas.microsoft.com/office/powerpoint/2010/main" val="222070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2047875" y="1524001"/>
            <a:ext cx="5708207" cy="425886"/>
          </a:xfrm>
        </p:spPr>
        <p:txBody>
          <a:bodyPr/>
          <a:lstStyle>
            <a:lvl1pPr>
              <a:defRPr sz="3375" baseline="0">
                <a:solidFill>
                  <a:schemeClr val="accent5"/>
                </a:solidFill>
              </a:defRPr>
            </a:lvl1pPr>
          </a:lstStyle>
          <a:p>
            <a:r>
              <a:rPr lang="en-US"/>
              <a:t>Click to edit Master title style</a:t>
            </a:r>
            <a:endParaRPr lang="en-US" dirty="0"/>
          </a:p>
        </p:txBody>
      </p:sp>
      <p:sp>
        <p:nvSpPr>
          <p:cNvPr id="13" name="Text Placeholder 12"/>
          <p:cNvSpPr>
            <a:spLocks noGrp="1"/>
          </p:cNvSpPr>
          <p:nvPr>
            <p:ph type="body" sz="quarter" idx="11"/>
          </p:nvPr>
        </p:nvSpPr>
        <p:spPr>
          <a:xfrm>
            <a:off x="2225675" y="2333625"/>
            <a:ext cx="5048250" cy="230833"/>
          </a:xfrm>
          <a:prstGeom prst="rect">
            <a:avLst/>
          </a:prstGeom>
        </p:spPr>
        <p:txBody>
          <a:bodyPr lIns="0" tIns="0" rIns="0" bIns="0">
            <a:spAutoFit/>
          </a:bodyPr>
          <a:lstStyle>
            <a:lvl1pPr marL="0" indent="0">
              <a:buNone/>
              <a:defRPr sz="1500" baseline="0">
                <a:solidFill>
                  <a:schemeClr val="accent5"/>
                </a:solidFill>
                <a:latin typeface="Merriweather Light"/>
                <a:cs typeface="Merriweather Light"/>
              </a:defRPr>
            </a:lvl1pPr>
            <a:lvl2pPr marL="408194" indent="0">
              <a:buNone/>
              <a:defRPr sz="625"/>
            </a:lvl2pPr>
            <a:lvl3pPr marL="816388" indent="0">
              <a:buNone/>
              <a:defRPr sz="625"/>
            </a:lvl3pPr>
            <a:lvl4pPr marL="1224582" indent="0">
              <a:buNone/>
              <a:defRPr sz="625"/>
            </a:lvl4pPr>
            <a:lvl5pPr marL="1632776" indent="0">
              <a:buNone/>
              <a:defRPr sz="625"/>
            </a:lvl5pPr>
          </a:lstStyle>
          <a:p>
            <a:pPr lvl="0"/>
            <a:r>
              <a:rPr lang="en-US"/>
              <a:t>Click to edit Master text styles</a:t>
            </a:r>
          </a:p>
        </p:txBody>
      </p:sp>
    </p:spTree>
    <p:extLst>
      <p:ext uri="{BB962C8B-B14F-4D97-AF65-F5344CB8AC3E}">
        <p14:creationId xmlns:p14="http://schemas.microsoft.com/office/powerpoint/2010/main" val="1227694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4" name="Content Placeholder 2"/>
          <p:cNvSpPr>
            <a:spLocks noGrp="1"/>
          </p:cNvSpPr>
          <p:nvPr>
            <p:ph idx="14"/>
          </p:nvPr>
        </p:nvSpPr>
        <p:spPr>
          <a:xfrm>
            <a:off x="440223" y="1183447"/>
            <a:ext cx="8296746" cy="1019510"/>
          </a:xfrm>
          <a:prstGeom prst="rect">
            <a:avLst/>
          </a:prstGeom>
        </p:spPr>
        <p:txBody>
          <a:bodyPr wrap="square" lIns="0" tIns="0" rIns="0" bIns="0">
            <a:spAutoFit/>
          </a:bodyPr>
          <a:lstStyle>
            <a:lvl1pPr marL="325438" indent="-321469">
              <a:spcBef>
                <a:spcPts val="0"/>
              </a:spcBef>
              <a:spcAft>
                <a:spcPts val="375"/>
              </a:spcAft>
              <a:buSzPct val="100000"/>
              <a:buFont typeface="+mj-lt"/>
              <a:buAutoNum type="arabicPeriod"/>
              <a:tabLst/>
              <a:defRPr sz="1750" baseline="0">
                <a:solidFill>
                  <a:schemeClr val="accent5"/>
                </a:solidFill>
                <a:latin typeface="Merriweather Light"/>
                <a:cs typeface="Merriweather Light"/>
              </a:defRPr>
            </a:lvl1pPr>
            <a:lvl2pPr marL="466328" indent="-285750">
              <a:spcBef>
                <a:spcPts val="0"/>
              </a:spcBef>
              <a:spcAft>
                <a:spcPts val="375"/>
              </a:spcAft>
              <a:buSzPct val="100000"/>
              <a:buFont typeface="+mj-lt"/>
              <a:buAutoNum type="romanUcPeriod"/>
              <a:defRPr sz="1500" baseline="0">
                <a:solidFill>
                  <a:schemeClr val="accent5"/>
                </a:solidFill>
                <a:latin typeface="Merriweather Light"/>
                <a:cs typeface="Merriweather Light"/>
              </a:defRPr>
            </a:lvl2pPr>
            <a:lvl3pPr marL="606227" indent="-285750">
              <a:spcBef>
                <a:spcPts val="0"/>
              </a:spcBef>
              <a:spcAft>
                <a:spcPts val="375"/>
              </a:spcAft>
              <a:buSzPct val="100000"/>
              <a:buFont typeface="+mj-lt"/>
              <a:buAutoNum type="arabicPeriod"/>
              <a:defRPr sz="1313" baseline="0">
                <a:solidFill>
                  <a:schemeClr val="accent5"/>
                </a:solidFill>
                <a:latin typeface="Merriweather Light"/>
                <a:cs typeface="Merriweather Light"/>
              </a:defRPr>
            </a:lvl3pPr>
            <a:lvl4pPr marL="677664" indent="-214313">
              <a:spcBef>
                <a:spcPts val="0"/>
              </a:spcBef>
              <a:spcAft>
                <a:spcPts val="375"/>
              </a:spcAft>
              <a:buSzPct val="100000"/>
              <a:buFont typeface="+mj-lt"/>
              <a:buAutoNum type="arabicPeriod"/>
              <a:defRPr sz="1125" baseline="0">
                <a:solidFill>
                  <a:schemeClr val="accent5"/>
                </a:solidFill>
              </a:defRPr>
            </a:lvl4pPr>
            <a:lvl5pPr marL="1289843" indent="0">
              <a:buSzPct val="100000"/>
              <a:buFont typeface="+mj-lt"/>
              <a:buNone/>
              <a:defRPr sz="1000">
                <a:solidFill>
                  <a:srgbClr val="4C4C4C"/>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5"/>
          <p:cNvSpPr>
            <a:spLocks noGrp="1"/>
          </p:cNvSpPr>
          <p:nvPr>
            <p:ph type="body" sz="quarter" idx="12"/>
          </p:nvPr>
        </p:nvSpPr>
        <p:spPr>
          <a:xfrm>
            <a:off x="443786" y="374187"/>
            <a:ext cx="8293183" cy="360676"/>
          </a:xfrm>
          <a:prstGeom prst="rect">
            <a:avLst/>
          </a:prstGeom>
        </p:spPr>
        <p:txBody>
          <a:bodyPr wrap="square" lIns="0" tIns="0" rIns="0" bIns="0">
            <a:spAutoFit/>
          </a:bodyPr>
          <a:lstStyle>
            <a:lvl1pPr marL="0" indent="0">
              <a:lnSpc>
                <a:spcPct val="80000"/>
              </a:lnSpc>
              <a:buFontTx/>
              <a:buNone/>
              <a:defRPr sz="2813"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6685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Copy">
    <p:spTree>
      <p:nvGrpSpPr>
        <p:cNvPr id="1" name=""/>
        <p:cNvGrpSpPr/>
        <p:nvPr/>
      </p:nvGrpSpPr>
      <p:grpSpPr>
        <a:xfrm>
          <a:off x="0" y="0"/>
          <a:ext cx="0" cy="0"/>
          <a:chOff x="0" y="0"/>
          <a:chExt cx="0" cy="0"/>
        </a:xfrm>
      </p:grpSpPr>
      <p:sp>
        <p:nvSpPr>
          <p:cNvPr id="4" name="Content Placeholder 2"/>
          <p:cNvSpPr>
            <a:spLocks noGrp="1"/>
          </p:cNvSpPr>
          <p:nvPr>
            <p:ph idx="14"/>
          </p:nvPr>
        </p:nvSpPr>
        <p:spPr>
          <a:xfrm>
            <a:off x="440297" y="1183447"/>
            <a:ext cx="8296138" cy="1019510"/>
          </a:xfrm>
          <a:prstGeom prst="rect">
            <a:avLst/>
          </a:prstGeom>
        </p:spPr>
        <p:txBody>
          <a:bodyPr wrap="square" lIns="0" tIns="0" rIns="0" bIns="0" numCol="1" spcCol="365760">
            <a:spAutoFit/>
          </a:bodyPr>
          <a:lstStyle>
            <a:lvl1pPr marL="3969" indent="171450">
              <a:spcBef>
                <a:spcPts val="0"/>
              </a:spcBef>
              <a:spcAft>
                <a:spcPts val="375"/>
              </a:spcAft>
              <a:buSzPct val="100000"/>
              <a:buFont typeface="Arial"/>
              <a:buChar char="•"/>
              <a:tabLst/>
              <a:defRPr sz="1750" baseline="0">
                <a:solidFill>
                  <a:srgbClr val="4C4C4C"/>
                </a:solidFill>
                <a:latin typeface="Merriweather Light"/>
                <a:cs typeface="Merriweather Light"/>
              </a:defRPr>
            </a:lvl1pPr>
            <a:lvl2pPr marL="180578" indent="170656">
              <a:spcBef>
                <a:spcPts val="0"/>
              </a:spcBef>
              <a:spcAft>
                <a:spcPts val="375"/>
              </a:spcAft>
              <a:buSzPct val="100000"/>
              <a:buFont typeface="Arial"/>
              <a:buChar char="•"/>
              <a:defRPr sz="1500" baseline="0">
                <a:solidFill>
                  <a:schemeClr val="accent5"/>
                </a:solidFill>
                <a:latin typeface="Merriweather Light"/>
                <a:cs typeface="Merriweather Light"/>
              </a:defRPr>
            </a:lvl2pPr>
            <a:lvl3pPr marL="320477" indent="170656">
              <a:spcBef>
                <a:spcPts val="0"/>
              </a:spcBef>
              <a:spcAft>
                <a:spcPts val="375"/>
              </a:spcAft>
              <a:buSzPct val="100000"/>
              <a:buFont typeface="Arial"/>
              <a:buChar char="•"/>
              <a:defRPr sz="1313" baseline="0">
                <a:solidFill>
                  <a:schemeClr val="accent5"/>
                </a:solidFill>
              </a:defRPr>
            </a:lvl3pPr>
            <a:lvl4pPr marL="641946" indent="-178594">
              <a:spcBef>
                <a:spcPts val="0"/>
              </a:spcBef>
              <a:spcAft>
                <a:spcPts val="375"/>
              </a:spcAft>
              <a:buSzPct val="100000"/>
              <a:buFont typeface="Arial"/>
              <a:buChar char="•"/>
              <a:defRPr sz="1125" baseline="0">
                <a:solidFill>
                  <a:schemeClr val="accent5"/>
                </a:solidFill>
              </a:defRPr>
            </a:lvl4pPr>
            <a:lvl5pPr marL="1504156" indent="-214313">
              <a:buSzPct val="100000"/>
              <a:buFont typeface="+mj-lt"/>
              <a:buAutoNum type="arabicPeriod"/>
              <a:defRPr sz="1000">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5"/>
          <p:cNvSpPr>
            <a:spLocks noGrp="1"/>
          </p:cNvSpPr>
          <p:nvPr>
            <p:ph type="body" sz="quarter" idx="12"/>
          </p:nvPr>
        </p:nvSpPr>
        <p:spPr>
          <a:xfrm>
            <a:off x="443786" y="374187"/>
            <a:ext cx="8293183" cy="360676"/>
          </a:xfrm>
          <a:prstGeom prst="rect">
            <a:avLst/>
          </a:prstGeom>
        </p:spPr>
        <p:txBody>
          <a:bodyPr wrap="square" lIns="0" tIns="0" rIns="0" bIns="0">
            <a:spAutoFit/>
          </a:bodyPr>
          <a:lstStyle>
            <a:lvl1pPr marL="0" indent="0">
              <a:lnSpc>
                <a:spcPct val="80000"/>
              </a:lnSpc>
              <a:buFontTx/>
              <a:buNone/>
              <a:defRPr sz="2813"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3948250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ulleted Copy - 2 Column">
    <p:spTree>
      <p:nvGrpSpPr>
        <p:cNvPr id="1" name=""/>
        <p:cNvGrpSpPr/>
        <p:nvPr/>
      </p:nvGrpSpPr>
      <p:grpSpPr>
        <a:xfrm>
          <a:off x="0" y="0"/>
          <a:ext cx="0" cy="0"/>
          <a:chOff x="0" y="0"/>
          <a:chExt cx="0" cy="0"/>
        </a:xfrm>
      </p:grpSpPr>
      <p:sp>
        <p:nvSpPr>
          <p:cNvPr id="4" name="Content Placeholder 2"/>
          <p:cNvSpPr>
            <a:spLocks noGrp="1"/>
          </p:cNvSpPr>
          <p:nvPr>
            <p:ph idx="14"/>
          </p:nvPr>
        </p:nvSpPr>
        <p:spPr>
          <a:xfrm>
            <a:off x="440832" y="1183593"/>
            <a:ext cx="3714750" cy="1019510"/>
          </a:xfrm>
          <a:prstGeom prst="rect">
            <a:avLst/>
          </a:prstGeom>
        </p:spPr>
        <p:txBody>
          <a:bodyPr wrap="square" lIns="0" tIns="0" rIns="0" bIns="0" numCol="1" spcCol="365760">
            <a:spAutoFit/>
          </a:bodyPr>
          <a:lstStyle>
            <a:lvl1pPr marL="3969" indent="171450">
              <a:spcBef>
                <a:spcPts val="0"/>
              </a:spcBef>
              <a:spcAft>
                <a:spcPts val="375"/>
              </a:spcAft>
              <a:buSzPct val="100000"/>
              <a:buFont typeface="Arial"/>
              <a:buChar char="•"/>
              <a:tabLst/>
              <a:defRPr sz="1750" baseline="0">
                <a:solidFill>
                  <a:schemeClr val="accent5"/>
                </a:solidFill>
                <a:latin typeface="Merriweather Light"/>
                <a:cs typeface="Merriweather Light"/>
              </a:defRPr>
            </a:lvl1pPr>
            <a:lvl2pPr marL="180578" indent="170656">
              <a:spcBef>
                <a:spcPts val="0"/>
              </a:spcBef>
              <a:spcAft>
                <a:spcPts val="375"/>
              </a:spcAft>
              <a:buSzPct val="100000"/>
              <a:buFont typeface="Arial"/>
              <a:buChar char="•"/>
              <a:defRPr sz="1500" baseline="0">
                <a:solidFill>
                  <a:schemeClr val="accent5"/>
                </a:solidFill>
                <a:latin typeface="Merriweather Light"/>
                <a:cs typeface="Merriweather Light"/>
              </a:defRPr>
            </a:lvl2pPr>
            <a:lvl3pPr marL="320477" indent="170656">
              <a:spcBef>
                <a:spcPts val="0"/>
              </a:spcBef>
              <a:spcAft>
                <a:spcPts val="375"/>
              </a:spcAft>
              <a:buSzPct val="100000"/>
              <a:buFont typeface="Arial"/>
              <a:buChar char="•"/>
              <a:defRPr sz="1313" baseline="0">
                <a:solidFill>
                  <a:schemeClr val="accent5"/>
                </a:solidFill>
              </a:defRPr>
            </a:lvl3pPr>
            <a:lvl4pPr marL="641946" indent="-178594">
              <a:spcBef>
                <a:spcPts val="0"/>
              </a:spcBef>
              <a:spcAft>
                <a:spcPts val="375"/>
              </a:spcAft>
              <a:buSzPct val="100000"/>
              <a:buFont typeface="Arial"/>
              <a:buChar char="•"/>
              <a:defRPr sz="1125" baseline="0">
                <a:solidFill>
                  <a:schemeClr val="accent5"/>
                </a:solidFill>
              </a:defRPr>
            </a:lvl4pPr>
            <a:lvl5pPr marL="1504156" indent="-214313">
              <a:buSzPct val="100000"/>
              <a:buFont typeface="+mj-lt"/>
              <a:buAutoNum type="arabicPeriod"/>
              <a:defRPr sz="1000">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p:cNvSpPr>
            <a:spLocks noGrp="1"/>
          </p:cNvSpPr>
          <p:nvPr>
            <p:ph idx="15"/>
          </p:nvPr>
        </p:nvSpPr>
        <p:spPr>
          <a:xfrm>
            <a:off x="4569942" y="1183447"/>
            <a:ext cx="3714750" cy="1019510"/>
          </a:xfrm>
          <a:prstGeom prst="rect">
            <a:avLst/>
          </a:prstGeom>
        </p:spPr>
        <p:txBody>
          <a:bodyPr wrap="square" lIns="0" tIns="0" rIns="0" bIns="0" numCol="1" spcCol="365760">
            <a:spAutoFit/>
          </a:bodyPr>
          <a:lstStyle>
            <a:lvl1pPr marL="3969" indent="171450">
              <a:spcBef>
                <a:spcPts val="0"/>
              </a:spcBef>
              <a:spcAft>
                <a:spcPts val="375"/>
              </a:spcAft>
              <a:buSzPct val="100000"/>
              <a:buFont typeface="Arial"/>
              <a:buChar char="•"/>
              <a:tabLst/>
              <a:defRPr sz="1750" baseline="0">
                <a:solidFill>
                  <a:schemeClr val="accent5"/>
                </a:solidFill>
                <a:latin typeface="Merriweather Light"/>
                <a:cs typeface="Merriweather Light"/>
              </a:defRPr>
            </a:lvl1pPr>
            <a:lvl2pPr marL="180578" indent="170656">
              <a:spcBef>
                <a:spcPts val="0"/>
              </a:spcBef>
              <a:spcAft>
                <a:spcPts val="375"/>
              </a:spcAft>
              <a:buSzPct val="100000"/>
              <a:buFont typeface="Arial"/>
              <a:buChar char="•"/>
              <a:defRPr sz="1500" baseline="0">
                <a:solidFill>
                  <a:schemeClr val="accent5"/>
                </a:solidFill>
                <a:latin typeface="Merriweather Light"/>
                <a:cs typeface="Merriweather Light"/>
              </a:defRPr>
            </a:lvl2pPr>
            <a:lvl3pPr marL="320477" indent="170656">
              <a:spcBef>
                <a:spcPts val="0"/>
              </a:spcBef>
              <a:spcAft>
                <a:spcPts val="375"/>
              </a:spcAft>
              <a:buSzPct val="100000"/>
              <a:buFont typeface="Arial"/>
              <a:buChar char="•"/>
              <a:defRPr sz="1313" baseline="0">
                <a:solidFill>
                  <a:schemeClr val="accent5"/>
                </a:solidFill>
              </a:defRPr>
            </a:lvl3pPr>
            <a:lvl4pPr marL="641946" indent="-178594">
              <a:spcBef>
                <a:spcPts val="0"/>
              </a:spcBef>
              <a:spcAft>
                <a:spcPts val="375"/>
              </a:spcAft>
              <a:buSzPct val="100000"/>
              <a:buFont typeface="Arial"/>
              <a:buChar char="•"/>
              <a:defRPr sz="1125" baseline="0">
                <a:solidFill>
                  <a:schemeClr val="accent5"/>
                </a:solidFill>
              </a:defRPr>
            </a:lvl4pPr>
            <a:lvl5pPr marL="1504156" indent="-214313">
              <a:buSzPct val="100000"/>
              <a:buFont typeface="+mj-lt"/>
              <a:buAutoNum type="arabicPeriod"/>
              <a:defRPr sz="1000">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p:cNvSpPr>
            <a:spLocks noGrp="1"/>
          </p:cNvSpPr>
          <p:nvPr>
            <p:ph type="body" sz="quarter" idx="12"/>
          </p:nvPr>
        </p:nvSpPr>
        <p:spPr>
          <a:xfrm>
            <a:off x="443786" y="374187"/>
            <a:ext cx="8293183" cy="360676"/>
          </a:xfrm>
          <a:prstGeom prst="rect">
            <a:avLst/>
          </a:prstGeom>
        </p:spPr>
        <p:txBody>
          <a:bodyPr wrap="square" lIns="0" tIns="0" rIns="0" bIns="0">
            <a:spAutoFit/>
          </a:bodyPr>
          <a:lstStyle>
            <a:lvl1pPr marL="0" indent="0">
              <a:lnSpc>
                <a:spcPct val="80000"/>
              </a:lnSpc>
              <a:buFontTx/>
              <a:buNone/>
              <a:defRPr sz="2813"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16268016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mp; Copy">
    <p:spTree>
      <p:nvGrpSpPr>
        <p:cNvPr id="1" name=""/>
        <p:cNvGrpSpPr/>
        <p:nvPr/>
      </p:nvGrpSpPr>
      <p:grpSpPr>
        <a:xfrm>
          <a:off x="0" y="0"/>
          <a:ext cx="0" cy="0"/>
          <a:chOff x="0" y="0"/>
          <a:chExt cx="0" cy="0"/>
        </a:xfrm>
      </p:grpSpPr>
      <p:sp>
        <p:nvSpPr>
          <p:cNvPr id="6" name="Content Placeholder 2"/>
          <p:cNvSpPr>
            <a:spLocks noGrp="1"/>
          </p:cNvSpPr>
          <p:nvPr>
            <p:ph idx="13"/>
          </p:nvPr>
        </p:nvSpPr>
        <p:spPr>
          <a:xfrm>
            <a:off x="4581127" y="1179845"/>
            <a:ext cx="4155842" cy="276999"/>
          </a:xfrm>
          <a:prstGeom prst="rect">
            <a:avLst/>
          </a:prstGeom>
        </p:spPr>
        <p:txBody>
          <a:bodyPr wrap="square" lIns="0" tIns="0" rIns="0" bIns="0">
            <a:spAutoFit/>
          </a:bodyPr>
          <a:lstStyle>
            <a:lvl1pPr marL="0" indent="0">
              <a:buSzPct val="100000"/>
              <a:buFont typeface="Arial"/>
              <a:buNone/>
              <a:defRPr sz="1750">
                <a:solidFill>
                  <a:schemeClr val="accent5"/>
                </a:solidFill>
                <a:latin typeface="Merriweather Light"/>
                <a:cs typeface="Merriweather Light"/>
              </a:defRPr>
            </a:lvl1pPr>
            <a:lvl2pPr marL="212328" indent="0">
              <a:buSzPct val="100000"/>
              <a:buFont typeface="Arial"/>
              <a:buNone/>
              <a:defRPr sz="1500">
                <a:solidFill>
                  <a:schemeClr val="accent5"/>
                </a:solidFill>
              </a:defRPr>
            </a:lvl2pPr>
            <a:lvl3pPr marL="432594" indent="0">
              <a:buSzPct val="100000"/>
              <a:buFont typeface="Arial"/>
              <a:buNone/>
              <a:defRPr sz="1313">
                <a:solidFill>
                  <a:schemeClr val="accent5"/>
                </a:solidFill>
              </a:defRPr>
            </a:lvl3pPr>
            <a:lvl4pPr marL="865188" indent="0">
              <a:buSzPct val="100000"/>
              <a:buFont typeface="Arial"/>
              <a:buNone/>
              <a:defRPr sz="1125">
                <a:solidFill>
                  <a:schemeClr val="accent5"/>
                </a:solidFill>
              </a:defRPr>
            </a:lvl4pPr>
            <a:lvl5pPr marL="1504156" indent="-214313">
              <a:buSzPct val="100000"/>
              <a:buFont typeface="+mj-lt"/>
              <a:buAutoNum type="arabicPeriod"/>
              <a:defRPr sz="1000">
                <a:solidFill>
                  <a:schemeClr val="accent5"/>
                </a:solidFill>
              </a:defRPr>
            </a:lvl5pPr>
          </a:lstStyle>
          <a:p>
            <a:pPr lvl="0"/>
            <a:r>
              <a:rPr lang="en-US"/>
              <a:t>Click to edit Master text styles</a:t>
            </a:r>
          </a:p>
        </p:txBody>
      </p:sp>
      <p:sp>
        <p:nvSpPr>
          <p:cNvPr id="4" name="Picture Placeholder 4"/>
          <p:cNvSpPr>
            <a:spLocks noGrp="1"/>
          </p:cNvSpPr>
          <p:nvPr>
            <p:ph type="pic" sz="quarter" idx="10"/>
          </p:nvPr>
        </p:nvSpPr>
        <p:spPr>
          <a:xfrm>
            <a:off x="440298" y="1168172"/>
            <a:ext cx="3762375" cy="3379958"/>
          </a:xfrm>
          <a:prstGeom prst="rect">
            <a:avLst/>
          </a:prstGeom>
          <a:ln w="6350" cmpd="sng">
            <a:solidFill>
              <a:srgbClr val="666666"/>
            </a:solidFill>
          </a:ln>
        </p:spPr>
        <p:txBody>
          <a:bodyPr lIns="91440" tIns="45720" rIns="91440" bIns="45720"/>
          <a:lstStyle>
            <a:lvl1pPr marL="0" indent="0">
              <a:buFontTx/>
              <a:buNone/>
              <a:defRPr sz="1750">
                <a:solidFill>
                  <a:srgbClr val="4C4C4C"/>
                </a:solidFill>
                <a:latin typeface="Merriweather Light"/>
                <a:cs typeface="Merriweather Light"/>
              </a:defRPr>
            </a:lvl1pPr>
          </a:lstStyle>
          <a:p>
            <a:pPr lvl="0"/>
            <a:r>
              <a:rPr lang="en-US" noProof="0"/>
              <a:t>Click icon to add picture</a:t>
            </a:r>
            <a:endParaRPr lang="en-US" noProof="0" dirty="0"/>
          </a:p>
        </p:txBody>
      </p:sp>
      <p:sp>
        <p:nvSpPr>
          <p:cNvPr id="7" name="Text Placeholder 5"/>
          <p:cNvSpPr>
            <a:spLocks noGrp="1"/>
          </p:cNvSpPr>
          <p:nvPr>
            <p:ph type="body" sz="quarter" idx="12"/>
          </p:nvPr>
        </p:nvSpPr>
        <p:spPr>
          <a:xfrm>
            <a:off x="443786" y="374187"/>
            <a:ext cx="8293183" cy="360676"/>
          </a:xfrm>
          <a:prstGeom prst="rect">
            <a:avLst/>
          </a:prstGeom>
        </p:spPr>
        <p:txBody>
          <a:bodyPr wrap="square" lIns="0" tIns="0" rIns="0" bIns="0">
            <a:spAutoFit/>
          </a:bodyPr>
          <a:lstStyle>
            <a:lvl1pPr marL="0" indent="0">
              <a:lnSpc>
                <a:spcPct val="80000"/>
              </a:lnSpc>
              <a:buFontTx/>
              <a:buNone/>
              <a:defRPr sz="2813"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7938217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Table Placeholder 3"/>
          <p:cNvSpPr>
            <a:spLocks noGrp="1"/>
          </p:cNvSpPr>
          <p:nvPr>
            <p:ph type="tbl" sz="quarter" idx="10"/>
          </p:nvPr>
        </p:nvSpPr>
        <p:spPr>
          <a:xfrm>
            <a:off x="440298" y="1183447"/>
            <a:ext cx="8296082" cy="3349354"/>
          </a:xfrm>
          <a:prstGeom prst="rect">
            <a:avLst/>
          </a:prstGeom>
        </p:spPr>
        <p:txBody>
          <a:bodyPr lIns="0" tIns="0" rIns="0" bIns="0"/>
          <a:lstStyle>
            <a:lvl1pPr marL="0" indent="0">
              <a:buSzPct val="120000"/>
              <a:buFontTx/>
              <a:buNone/>
              <a:defRPr sz="1750">
                <a:solidFill>
                  <a:schemeClr val="accent5"/>
                </a:solidFill>
                <a:latin typeface="Merriweather Light"/>
                <a:cs typeface="Merriweather Light"/>
              </a:defRPr>
            </a:lvl1pPr>
          </a:lstStyle>
          <a:p>
            <a:pPr lvl="0"/>
            <a:r>
              <a:rPr lang="en-US" noProof="0"/>
              <a:t>Click icon to add table</a:t>
            </a:r>
            <a:endParaRPr lang="en-US" noProof="0" dirty="0"/>
          </a:p>
        </p:txBody>
      </p:sp>
      <p:sp>
        <p:nvSpPr>
          <p:cNvPr id="5" name="Text Placeholder 5"/>
          <p:cNvSpPr>
            <a:spLocks noGrp="1"/>
          </p:cNvSpPr>
          <p:nvPr>
            <p:ph type="body" sz="quarter" idx="12"/>
          </p:nvPr>
        </p:nvSpPr>
        <p:spPr>
          <a:xfrm>
            <a:off x="443786" y="374187"/>
            <a:ext cx="8293183" cy="360676"/>
          </a:xfrm>
          <a:prstGeom prst="rect">
            <a:avLst/>
          </a:prstGeom>
        </p:spPr>
        <p:txBody>
          <a:bodyPr wrap="square" lIns="0" tIns="0" rIns="0" bIns="0">
            <a:spAutoFit/>
          </a:bodyPr>
          <a:lstStyle>
            <a:lvl1pPr marL="0" indent="0">
              <a:lnSpc>
                <a:spcPct val="80000"/>
              </a:lnSpc>
              <a:buFontTx/>
              <a:buNone/>
              <a:defRPr sz="2813"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25831111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PageImage_NoColorBar">
    <p:spTree>
      <p:nvGrpSpPr>
        <p:cNvPr id="1" name=""/>
        <p:cNvGrpSpPr/>
        <p:nvPr/>
      </p:nvGrpSpPr>
      <p:grpSpPr>
        <a:xfrm>
          <a:off x="0" y="0"/>
          <a:ext cx="0" cy="0"/>
          <a:chOff x="0" y="0"/>
          <a:chExt cx="0" cy="0"/>
        </a:xfrm>
      </p:grpSpPr>
      <p:sp>
        <p:nvSpPr>
          <p:cNvPr id="11" name="Picture Placeholder 2"/>
          <p:cNvSpPr>
            <a:spLocks noGrp="1"/>
          </p:cNvSpPr>
          <p:nvPr>
            <p:ph type="pic" sz="quarter" idx="10"/>
          </p:nvPr>
        </p:nvSpPr>
        <p:spPr>
          <a:xfrm>
            <a:off x="0" y="0"/>
            <a:ext cx="9144000" cy="5143500"/>
          </a:xfrm>
          <a:prstGeom prst="rect">
            <a:avLst/>
          </a:prstGeom>
          <a:solidFill>
            <a:schemeClr val="bg1"/>
          </a:solidFill>
          <a:ln w="6350" cmpd="sng">
            <a:solidFill>
              <a:srgbClr val="666666"/>
            </a:solidFill>
          </a:ln>
        </p:spPr>
        <p:txBody>
          <a:bodyPr lIns="91440" tIns="45720" rIns="91440" bIns="45720"/>
          <a:lstStyle>
            <a:lvl1pPr marL="0" indent="0">
              <a:buFontTx/>
              <a:buNone/>
              <a:defRPr sz="1750">
                <a:solidFill>
                  <a:schemeClr val="accent5"/>
                </a:solidFill>
                <a:latin typeface="Merriweather Light"/>
                <a:cs typeface="Merriweather Light"/>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22803422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Page Image w Color Ba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9144000" cy="5143501"/>
          </a:xfrm>
          <a:prstGeom prst="rect">
            <a:avLst/>
          </a:prstGeom>
          <a:ln w="6350" cmpd="sng">
            <a:solidFill>
              <a:schemeClr val="tx1"/>
            </a:solidFill>
          </a:ln>
        </p:spPr>
        <p:txBody>
          <a:bodyPr lIns="91440" tIns="45720" rIns="91440" bIns="45720"/>
          <a:lstStyle>
            <a:lvl1pPr marL="0" indent="0">
              <a:buFontTx/>
              <a:buNone/>
              <a:defRPr sz="1750">
                <a:solidFill>
                  <a:schemeClr val="accent5"/>
                </a:solidFill>
                <a:latin typeface="Merriweather Light"/>
                <a:cs typeface="Merriweather Light"/>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3656710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16368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sp>
        <p:nvSpPr>
          <p:cNvPr id="2" name="Rectangle 1"/>
          <p:cNvSpPr/>
          <p:nvPr/>
        </p:nvSpPr>
        <p:spPr>
          <a:xfrm>
            <a:off x="0" y="0"/>
            <a:ext cx="9144000" cy="52387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816388" fontAlgn="auto">
              <a:spcBef>
                <a:spcPts val="0"/>
              </a:spcBef>
              <a:spcAft>
                <a:spcPts val="0"/>
              </a:spcAft>
              <a:defRPr/>
            </a:pPr>
            <a:endParaRPr lang="en-US" sz="875" dirty="0">
              <a:latin typeface="BentonSans Book"/>
            </a:endParaRPr>
          </a:p>
        </p:txBody>
      </p:sp>
      <p:pic>
        <p:nvPicPr>
          <p:cNvPr id="3" name="Picture 6" descr="tableau_rgb.eps"/>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841500" y="2004219"/>
            <a:ext cx="54610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76080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Main Body">
    <p:spTree>
      <p:nvGrpSpPr>
        <p:cNvPr id="1" name=""/>
        <p:cNvGrpSpPr/>
        <p:nvPr/>
      </p:nvGrpSpPr>
      <p:grpSpPr>
        <a:xfrm>
          <a:off x="0" y="0"/>
          <a:ext cx="0" cy="0"/>
          <a:chOff x="0" y="0"/>
          <a:chExt cx="0" cy="0"/>
        </a:xfrm>
      </p:grpSpPr>
      <p:sp>
        <p:nvSpPr>
          <p:cNvPr id="8" name="Content Placeholder 7"/>
          <p:cNvSpPr>
            <a:spLocks noGrp="1"/>
          </p:cNvSpPr>
          <p:nvPr>
            <p:ph sz="quarter" idx="11"/>
          </p:nvPr>
        </p:nvSpPr>
        <p:spPr>
          <a:xfrm>
            <a:off x="457200" y="1200151"/>
            <a:ext cx="8229600" cy="3394075"/>
          </a:xfrm>
          <a:prstGeom prst="rect">
            <a:avLst/>
          </a:prstGeom>
        </p:spPr>
        <p:txBody>
          <a:bodyPr/>
          <a:lstStyle>
            <a:lvl4pPr>
              <a:defRPr sz="1050"/>
            </a:lvl4pPr>
            <a:lvl5pPr>
              <a:defRPr sz="1050"/>
            </a:lvl5pPr>
          </a:lstStyle>
          <a:p>
            <a:pPr lvl="0"/>
            <a:r>
              <a:rPr lang="en-US"/>
              <a:t>Click to edit Master text styles</a:t>
            </a:r>
          </a:p>
          <a:p>
            <a:pPr lvl="1"/>
            <a:r>
              <a:rPr lang="en-US"/>
              <a:t>Second level</a:t>
            </a:r>
          </a:p>
          <a:p>
            <a:pPr lvl="2"/>
            <a:r>
              <a:rPr lang="en-US"/>
              <a:t>Third level</a:t>
            </a:r>
          </a:p>
        </p:txBody>
      </p:sp>
      <p:cxnSp>
        <p:nvCxnSpPr>
          <p:cNvPr id="6" name="Straight Connector 5"/>
          <p:cNvCxnSpPr/>
          <p:nvPr userDrawn="1"/>
        </p:nvCxnSpPr>
        <p:spPr>
          <a:xfrm>
            <a:off x="1" y="745614"/>
            <a:ext cx="4227871" cy="0"/>
          </a:xfrm>
          <a:prstGeom prst="line">
            <a:avLst/>
          </a:prstGeom>
          <a:ln>
            <a:solidFill>
              <a:srgbClr val="FFFFFF"/>
            </a:solidFill>
          </a:ln>
          <a:effectLst>
            <a:outerShdw blurRad="12700" dist="19939" dir="5400000" algn="tl" rotWithShape="0">
              <a:srgbClr val="000000">
                <a:alpha val="8000"/>
              </a:srgbClr>
            </a:outerShdw>
          </a:effectLst>
        </p:spPr>
        <p:style>
          <a:lnRef idx="2">
            <a:schemeClr val="accent1"/>
          </a:lnRef>
          <a:fillRef idx="0">
            <a:schemeClr val="accent1"/>
          </a:fillRef>
          <a:effectRef idx="1">
            <a:schemeClr val="accent1"/>
          </a:effectRef>
          <a:fontRef idx="minor">
            <a:schemeClr val="tx1"/>
          </a:fontRef>
        </p:style>
      </p:cxnSp>
      <p:sp>
        <p:nvSpPr>
          <p:cNvPr id="3" name="Title 2"/>
          <p:cNvSpPr>
            <a:spLocks noGrp="1"/>
          </p:cNvSpPr>
          <p:nvPr>
            <p:ph type="title"/>
          </p:nvPr>
        </p:nvSpPr>
        <p:spPr>
          <a:xfrm>
            <a:off x="445493" y="375821"/>
            <a:ext cx="8277820" cy="354969"/>
          </a:xfrm>
        </p:spPr>
        <p:txBody>
          <a:bodyPr/>
          <a:lstStyle/>
          <a:p>
            <a:r>
              <a:rPr lang="en-US"/>
              <a:t>Click to edit Master title style</a:t>
            </a:r>
          </a:p>
        </p:txBody>
      </p:sp>
    </p:spTree>
    <p:extLst>
      <p:ext uri="{BB962C8B-B14F-4D97-AF65-F5344CB8AC3E}">
        <p14:creationId xmlns:p14="http://schemas.microsoft.com/office/powerpoint/2010/main" val="32980075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5493" y="375821"/>
            <a:ext cx="8277820" cy="346249"/>
          </a:xfrm>
        </p:spPr>
        <p:txBody>
          <a:bodyPr/>
          <a:lstStyle>
            <a:lvl1pPr algn="l">
              <a:defRPr b="1">
                <a:solidFill>
                  <a:srgbClr val="1F497D"/>
                </a:solidFill>
                <a:latin typeface="Verdana" pitchFamily="34" charset="0"/>
              </a:defRPr>
            </a:lvl1pPr>
          </a:lstStyle>
          <a:p>
            <a:r>
              <a:rPr lang="en-US" dirty="0"/>
              <a:t>Click to edit Master title style</a:t>
            </a:r>
          </a:p>
        </p:txBody>
      </p:sp>
      <p:sp>
        <p:nvSpPr>
          <p:cNvPr id="3" name="Content Placeholder 2"/>
          <p:cNvSpPr>
            <a:spLocks noGrp="1"/>
          </p:cNvSpPr>
          <p:nvPr>
            <p:ph idx="1"/>
          </p:nvPr>
        </p:nvSpPr>
        <p:spPr>
          <a:xfrm>
            <a:off x="457200" y="1200151"/>
            <a:ext cx="8229600" cy="3394075"/>
          </a:xfrm>
          <a:prstGeom prst="rect">
            <a:avLst/>
          </a:prstGeom>
        </p:spPr>
        <p:txBody>
          <a:bodyPr/>
          <a:lstStyle>
            <a:lvl1pPr algn="l">
              <a:defRPr>
                <a:solidFill>
                  <a:srgbClr val="1F497D"/>
                </a:solidFill>
                <a:latin typeface="Verdana" pitchFamily="34" charset="0"/>
              </a:defRPr>
            </a:lvl1pPr>
            <a:lvl2pPr algn="l">
              <a:defRPr>
                <a:solidFill>
                  <a:srgbClr val="1F497D"/>
                </a:solidFill>
                <a:latin typeface="Verdana" pitchFamily="34" charset="0"/>
              </a:defRPr>
            </a:lvl2pPr>
            <a:lvl3pPr algn="l">
              <a:defRPr>
                <a:solidFill>
                  <a:srgbClr val="1F497D"/>
                </a:solidFill>
                <a:latin typeface="Verdana" pitchFamily="34" charset="0"/>
              </a:defRPr>
            </a:lvl3pPr>
            <a:lvl4pPr algn="l">
              <a:defRPr>
                <a:solidFill>
                  <a:srgbClr val="1F497D"/>
                </a:solidFill>
                <a:latin typeface="Verdana" pitchFamily="34" charset="0"/>
              </a:defRPr>
            </a:lvl4pPr>
            <a:lvl5pPr algn="l">
              <a:defRPr>
                <a:solidFill>
                  <a:srgbClr val="1F497D"/>
                </a:solidFill>
                <a:latin typeface="Verdan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lvl1pPr>
              <a:defRPr>
                <a:latin typeface="Arial" charset="0"/>
              </a:defRPr>
            </a:lvl1pPr>
          </a:lstStyle>
          <a:p>
            <a:pPr>
              <a:defRPr/>
            </a:pPr>
            <a:fld id="{19BBC212-CC56-4BA0-83F4-E3D71A84BB46}" type="datetimeFigureOut">
              <a:rPr lang="en-US"/>
              <a:pPr>
                <a:defRPr/>
              </a:pPr>
              <a:t>4/28/2023</a:t>
            </a:fld>
            <a:endParaRPr lang="en-US" dirty="0"/>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lvl1pPr>
              <a:defRPr>
                <a:latin typeface="Arial" charset="0"/>
              </a:defRPr>
            </a:lvl1pPr>
          </a:lstStyle>
          <a:p>
            <a:pPr>
              <a:defRPr/>
            </a:pPr>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lvl1pPr>
              <a:defRPr>
                <a:latin typeface="Arial" charset="0"/>
              </a:defRPr>
            </a:lvl1pPr>
          </a:lstStyle>
          <a:p>
            <a:pPr>
              <a:defRPr/>
            </a:pPr>
            <a:fld id="{EE758620-A278-4073-965E-27CF8C21930D}" type="slidenum">
              <a:rPr lang="en-US"/>
              <a:pPr>
                <a:defRPr/>
              </a:pPr>
              <a:t>‹#›</a:t>
            </a:fld>
            <a:endParaRPr lang="en-US" dirty="0"/>
          </a:p>
        </p:txBody>
      </p:sp>
    </p:spTree>
    <p:extLst>
      <p:ext uri="{BB962C8B-B14F-4D97-AF65-F5344CB8AC3E}">
        <p14:creationId xmlns:p14="http://schemas.microsoft.com/office/powerpoint/2010/main" val="1524949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5" name="Picture 4" descr="Bottom_Viz_August-02.png"/>
          <p:cNvPicPr>
            <a:picLocks noChangeAspect="1"/>
          </p:cNvPicPr>
          <p:nvPr userDrawn="1"/>
        </p:nvPicPr>
        <p:blipFill rotWithShape="1">
          <a:blip r:embed="rId21" cstate="email">
            <a:extLst>
              <a:ext uri="{28A0092B-C50C-407E-A947-70E740481C1C}">
                <a14:useLocalDpi xmlns:a14="http://schemas.microsoft.com/office/drawing/2010/main" val="0"/>
              </a:ext>
            </a:extLst>
          </a:blip>
          <a:srcRect b="18483"/>
          <a:stretch/>
        </p:blipFill>
        <p:spPr>
          <a:xfrm flipH="1">
            <a:off x="0" y="4332883"/>
            <a:ext cx="9144000" cy="810617"/>
          </a:xfrm>
          <a:prstGeom prst="rect">
            <a:avLst/>
          </a:prstGeom>
        </p:spPr>
      </p:pic>
      <p:pic>
        <p:nvPicPr>
          <p:cNvPr id="1027" name="Picture 7" descr="tableau_white.eps"/>
          <p:cNvPicPr>
            <a:picLocks noChangeAspect="1"/>
          </p:cNvPicPr>
          <p:nvPr/>
        </p:nvPicPr>
        <p:blipFill>
          <a:blip r:embed="rId22" cstate="email">
            <a:extLst>
              <a:ext uri="{28A0092B-C50C-407E-A947-70E740481C1C}">
                <a14:useLocalDpi xmlns:a14="http://schemas.microsoft.com/office/drawing/2010/main" val="0"/>
              </a:ext>
            </a:extLst>
          </a:blip>
          <a:srcRect/>
          <a:stretch>
            <a:fillRect/>
          </a:stretch>
        </p:blipFill>
        <p:spPr bwMode="auto">
          <a:xfrm>
            <a:off x="7918649" y="4827985"/>
            <a:ext cx="1079500" cy="225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Title Placeholder 1"/>
          <p:cNvSpPr>
            <a:spLocks noGrp="1"/>
          </p:cNvSpPr>
          <p:nvPr>
            <p:ph type="title"/>
          </p:nvPr>
        </p:nvSpPr>
        <p:spPr bwMode="auto">
          <a:xfrm>
            <a:off x="445493" y="375821"/>
            <a:ext cx="8277820" cy="360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spAutoFit/>
          </a:bodyPr>
          <a:lstStyle/>
          <a:p>
            <a:pPr lvl="0"/>
            <a:r>
              <a:rPr lang="en-US" dirty="0"/>
              <a:t>Master Title Style</a:t>
            </a:r>
          </a:p>
        </p:txBody>
      </p:sp>
    </p:spTree>
    <p:extLst>
      <p:ext uri="{BB962C8B-B14F-4D97-AF65-F5344CB8AC3E}">
        <p14:creationId xmlns:p14="http://schemas.microsoft.com/office/powerpoint/2010/main" val="2970484759"/>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Lst>
  <p:txStyles>
    <p:titleStyle>
      <a:lvl1pPr algn="l" defTabSz="815578" rtl="0" eaLnBrk="1" fontAlgn="base" hangingPunct="1">
        <a:lnSpc>
          <a:spcPct val="80000"/>
        </a:lnSpc>
        <a:spcBef>
          <a:spcPct val="0"/>
        </a:spcBef>
        <a:spcAft>
          <a:spcPct val="0"/>
        </a:spcAft>
        <a:defRPr sz="2813" kern="1200">
          <a:solidFill>
            <a:srgbClr val="4C4C4C"/>
          </a:solidFill>
          <a:latin typeface="BentonSans Book"/>
          <a:ea typeface="ＭＳ Ｐゴシック" charset="0"/>
          <a:cs typeface="BentonSans Book"/>
        </a:defRPr>
      </a:lvl1pPr>
      <a:lvl2pPr algn="l" defTabSz="815578" rtl="0" eaLnBrk="1" fontAlgn="base" hangingPunct="1">
        <a:lnSpc>
          <a:spcPct val="90000"/>
        </a:lnSpc>
        <a:spcBef>
          <a:spcPct val="0"/>
        </a:spcBef>
        <a:spcAft>
          <a:spcPct val="0"/>
        </a:spcAft>
        <a:defRPr sz="2813">
          <a:solidFill>
            <a:srgbClr val="4C4C4C"/>
          </a:solidFill>
          <a:latin typeface="BentonSans Book" charset="0"/>
          <a:ea typeface="ＭＳ Ｐゴシック" charset="0"/>
        </a:defRPr>
      </a:lvl2pPr>
      <a:lvl3pPr algn="l" defTabSz="815578" rtl="0" eaLnBrk="1" fontAlgn="base" hangingPunct="1">
        <a:lnSpc>
          <a:spcPct val="90000"/>
        </a:lnSpc>
        <a:spcBef>
          <a:spcPct val="0"/>
        </a:spcBef>
        <a:spcAft>
          <a:spcPct val="0"/>
        </a:spcAft>
        <a:defRPr sz="2813">
          <a:solidFill>
            <a:srgbClr val="4C4C4C"/>
          </a:solidFill>
          <a:latin typeface="BentonSans Book" charset="0"/>
          <a:ea typeface="ＭＳ Ｐゴシック" charset="0"/>
        </a:defRPr>
      </a:lvl3pPr>
      <a:lvl4pPr algn="l" defTabSz="815578" rtl="0" eaLnBrk="1" fontAlgn="base" hangingPunct="1">
        <a:lnSpc>
          <a:spcPct val="90000"/>
        </a:lnSpc>
        <a:spcBef>
          <a:spcPct val="0"/>
        </a:spcBef>
        <a:spcAft>
          <a:spcPct val="0"/>
        </a:spcAft>
        <a:defRPr sz="2813">
          <a:solidFill>
            <a:srgbClr val="4C4C4C"/>
          </a:solidFill>
          <a:latin typeface="BentonSans Book" charset="0"/>
          <a:ea typeface="ＭＳ Ｐゴシック" charset="0"/>
        </a:defRPr>
      </a:lvl4pPr>
      <a:lvl5pPr algn="l" defTabSz="815578" rtl="0" eaLnBrk="1" fontAlgn="base" hangingPunct="1">
        <a:lnSpc>
          <a:spcPct val="90000"/>
        </a:lnSpc>
        <a:spcBef>
          <a:spcPct val="0"/>
        </a:spcBef>
        <a:spcAft>
          <a:spcPct val="0"/>
        </a:spcAft>
        <a:defRPr sz="2813">
          <a:solidFill>
            <a:srgbClr val="4C4C4C"/>
          </a:solidFill>
          <a:latin typeface="BentonSans Book" charset="0"/>
          <a:ea typeface="ＭＳ Ｐゴシック" charset="0"/>
        </a:defRPr>
      </a:lvl5pPr>
      <a:lvl6pPr marL="285750" algn="l" defTabSz="815578" rtl="0" eaLnBrk="1" fontAlgn="base" hangingPunct="1">
        <a:lnSpc>
          <a:spcPct val="90000"/>
        </a:lnSpc>
        <a:spcBef>
          <a:spcPct val="0"/>
        </a:spcBef>
        <a:spcAft>
          <a:spcPct val="0"/>
        </a:spcAft>
        <a:defRPr sz="2813">
          <a:solidFill>
            <a:srgbClr val="4C4C4C"/>
          </a:solidFill>
          <a:latin typeface="BentonSans Book" charset="0"/>
          <a:ea typeface="ＭＳ Ｐゴシック" charset="0"/>
        </a:defRPr>
      </a:lvl6pPr>
      <a:lvl7pPr marL="571500" algn="l" defTabSz="815578" rtl="0" eaLnBrk="1" fontAlgn="base" hangingPunct="1">
        <a:lnSpc>
          <a:spcPct val="90000"/>
        </a:lnSpc>
        <a:spcBef>
          <a:spcPct val="0"/>
        </a:spcBef>
        <a:spcAft>
          <a:spcPct val="0"/>
        </a:spcAft>
        <a:defRPr sz="2813">
          <a:solidFill>
            <a:srgbClr val="4C4C4C"/>
          </a:solidFill>
          <a:latin typeface="BentonSans Book" charset="0"/>
          <a:ea typeface="ＭＳ Ｐゴシック" charset="0"/>
        </a:defRPr>
      </a:lvl7pPr>
      <a:lvl8pPr marL="857250" algn="l" defTabSz="815578" rtl="0" eaLnBrk="1" fontAlgn="base" hangingPunct="1">
        <a:lnSpc>
          <a:spcPct val="90000"/>
        </a:lnSpc>
        <a:spcBef>
          <a:spcPct val="0"/>
        </a:spcBef>
        <a:spcAft>
          <a:spcPct val="0"/>
        </a:spcAft>
        <a:defRPr sz="2813">
          <a:solidFill>
            <a:srgbClr val="4C4C4C"/>
          </a:solidFill>
          <a:latin typeface="BentonSans Book" charset="0"/>
          <a:ea typeface="ＭＳ Ｐゴシック" charset="0"/>
        </a:defRPr>
      </a:lvl8pPr>
      <a:lvl9pPr marL="1143000" algn="l" defTabSz="815578" rtl="0" eaLnBrk="1" fontAlgn="base" hangingPunct="1">
        <a:lnSpc>
          <a:spcPct val="90000"/>
        </a:lnSpc>
        <a:spcBef>
          <a:spcPct val="0"/>
        </a:spcBef>
        <a:spcAft>
          <a:spcPct val="0"/>
        </a:spcAft>
        <a:defRPr sz="2813">
          <a:solidFill>
            <a:srgbClr val="4C4C4C"/>
          </a:solidFill>
          <a:latin typeface="BentonSans Book" charset="0"/>
          <a:ea typeface="ＭＳ Ｐゴシック" charset="0"/>
        </a:defRPr>
      </a:lvl9pPr>
    </p:titleStyle>
    <p:bodyStyle>
      <a:lvl1pPr marL="305594" indent="-305594" algn="l" defTabSz="815578" rtl="0" eaLnBrk="1" fontAlgn="base" hangingPunct="1">
        <a:spcBef>
          <a:spcPct val="20000"/>
        </a:spcBef>
        <a:spcAft>
          <a:spcPct val="0"/>
        </a:spcAft>
        <a:buFont typeface="Arial" charset="0"/>
        <a:buChar char="•"/>
        <a:defRPr sz="2875" kern="1200">
          <a:solidFill>
            <a:schemeClr val="tx1"/>
          </a:solidFill>
          <a:latin typeface="+mn-lt"/>
          <a:ea typeface="ＭＳ Ｐゴシック" charset="0"/>
          <a:cs typeface="ＭＳ Ｐゴシック" charset="0"/>
        </a:defRPr>
      </a:lvl1pPr>
      <a:lvl2pPr marL="662781" indent="-254993" algn="l" defTabSz="815578" rtl="0" eaLnBrk="1" fontAlgn="base" hangingPunct="1">
        <a:spcBef>
          <a:spcPct val="20000"/>
        </a:spcBef>
        <a:spcAft>
          <a:spcPct val="0"/>
        </a:spcAft>
        <a:buFont typeface="Arial" charset="0"/>
        <a:buChar char="–"/>
        <a:defRPr sz="2500" kern="1200">
          <a:solidFill>
            <a:schemeClr val="tx1"/>
          </a:solidFill>
          <a:latin typeface="+mn-lt"/>
          <a:ea typeface="ＭＳ Ｐゴシック" charset="0"/>
          <a:cs typeface="+mn-cs"/>
        </a:defRPr>
      </a:lvl2pPr>
      <a:lvl3pPr marL="1019969" indent="-203399" algn="l" defTabSz="815578" rtl="0" eaLnBrk="1" fontAlgn="base" hangingPunct="1">
        <a:spcBef>
          <a:spcPct val="20000"/>
        </a:spcBef>
        <a:spcAft>
          <a:spcPct val="0"/>
        </a:spcAft>
        <a:buFont typeface="Arial" charset="0"/>
        <a:buChar char="•"/>
        <a:defRPr sz="2125" kern="1200">
          <a:solidFill>
            <a:schemeClr val="tx1"/>
          </a:solidFill>
          <a:latin typeface="+mn-lt"/>
          <a:ea typeface="ＭＳ Ｐゴシック" charset="0"/>
          <a:cs typeface="+mn-cs"/>
        </a:defRPr>
      </a:lvl3pPr>
      <a:lvl4pPr marL="1427758" indent="-203399" algn="l" defTabSz="815578" rtl="0" eaLnBrk="1" fontAlgn="base" hangingPunct="1">
        <a:spcBef>
          <a:spcPct val="20000"/>
        </a:spcBef>
        <a:spcAft>
          <a:spcPct val="0"/>
        </a:spcAft>
        <a:buFont typeface="Arial" charset="0"/>
        <a:buChar char="–"/>
        <a:defRPr sz="1813" kern="1200">
          <a:solidFill>
            <a:schemeClr val="tx1"/>
          </a:solidFill>
          <a:latin typeface="+mn-lt"/>
          <a:ea typeface="ＭＳ Ｐゴシック" charset="0"/>
          <a:cs typeface="+mn-cs"/>
        </a:defRPr>
      </a:lvl4pPr>
      <a:lvl5pPr marL="1836539" indent="-203399" algn="l" defTabSz="815578" rtl="0" eaLnBrk="1" fontAlgn="base" hangingPunct="1">
        <a:spcBef>
          <a:spcPct val="20000"/>
        </a:spcBef>
        <a:spcAft>
          <a:spcPct val="0"/>
        </a:spcAft>
        <a:buFont typeface="Arial" charset="0"/>
        <a:buChar char="»"/>
        <a:defRPr sz="1813" kern="1200">
          <a:solidFill>
            <a:schemeClr val="tx1"/>
          </a:solidFill>
          <a:latin typeface="+mn-lt"/>
          <a:ea typeface="ＭＳ Ｐゴシック" charset="0"/>
          <a:cs typeface="+mn-cs"/>
        </a:defRPr>
      </a:lvl5pPr>
      <a:lvl6pPr marL="2245066" indent="-204097" algn="l" defTabSz="816388" rtl="0" eaLnBrk="1" latinLnBrk="0" hangingPunct="1">
        <a:spcBef>
          <a:spcPct val="20000"/>
        </a:spcBef>
        <a:buFont typeface="Arial" panose="020B0604020202020204" pitchFamily="34" charset="0"/>
        <a:buChar char="•"/>
        <a:defRPr sz="1813" kern="1200">
          <a:solidFill>
            <a:schemeClr val="tx1"/>
          </a:solidFill>
          <a:latin typeface="+mn-lt"/>
          <a:ea typeface="+mn-ea"/>
          <a:cs typeface="+mn-cs"/>
        </a:defRPr>
      </a:lvl6pPr>
      <a:lvl7pPr marL="2653260" indent="-204097" algn="l" defTabSz="816388" rtl="0" eaLnBrk="1" latinLnBrk="0" hangingPunct="1">
        <a:spcBef>
          <a:spcPct val="20000"/>
        </a:spcBef>
        <a:buFont typeface="Arial" panose="020B0604020202020204" pitchFamily="34" charset="0"/>
        <a:buChar char="•"/>
        <a:defRPr sz="1813" kern="1200">
          <a:solidFill>
            <a:schemeClr val="tx1"/>
          </a:solidFill>
          <a:latin typeface="+mn-lt"/>
          <a:ea typeface="+mn-ea"/>
          <a:cs typeface="+mn-cs"/>
        </a:defRPr>
      </a:lvl7pPr>
      <a:lvl8pPr marL="3061454" indent="-204097" algn="l" defTabSz="816388" rtl="0" eaLnBrk="1" latinLnBrk="0" hangingPunct="1">
        <a:spcBef>
          <a:spcPct val="20000"/>
        </a:spcBef>
        <a:buFont typeface="Arial" panose="020B0604020202020204" pitchFamily="34" charset="0"/>
        <a:buChar char="•"/>
        <a:defRPr sz="1813" kern="1200">
          <a:solidFill>
            <a:schemeClr val="tx1"/>
          </a:solidFill>
          <a:latin typeface="+mn-lt"/>
          <a:ea typeface="+mn-ea"/>
          <a:cs typeface="+mn-cs"/>
        </a:defRPr>
      </a:lvl8pPr>
      <a:lvl9pPr marL="3469648" indent="-204097" algn="l" defTabSz="816388" rtl="0" eaLnBrk="1" latinLnBrk="0" hangingPunct="1">
        <a:spcBef>
          <a:spcPct val="20000"/>
        </a:spcBef>
        <a:buFont typeface="Arial" panose="020B0604020202020204" pitchFamily="34" charset="0"/>
        <a:buChar char="•"/>
        <a:defRPr sz="1813" kern="1200">
          <a:solidFill>
            <a:schemeClr val="tx1"/>
          </a:solidFill>
          <a:latin typeface="+mn-lt"/>
          <a:ea typeface="+mn-ea"/>
          <a:cs typeface="+mn-cs"/>
        </a:defRPr>
      </a:lvl9pPr>
    </p:bodyStyle>
    <p:otherStyle>
      <a:defPPr>
        <a:defRPr lang="en-US"/>
      </a:defPPr>
      <a:lvl1pPr marL="0" algn="l" defTabSz="816388" rtl="0" eaLnBrk="1" latinLnBrk="0" hangingPunct="1">
        <a:defRPr sz="1625" kern="1200">
          <a:solidFill>
            <a:schemeClr val="tx1"/>
          </a:solidFill>
          <a:latin typeface="+mn-lt"/>
          <a:ea typeface="+mn-ea"/>
          <a:cs typeface="+mn-cs"/>
        </a:defRPr>
      </a:lvl1pPr>
      <a:lvl2pPr marL="408194" algn="l" defTabSz="816388" rtl="0" eaLnBrk="1" latinLnBrk="0" hangingPunct="1">
        <a:defRPr sz="1625" kern="1200">
          <a:solidFill>
            <a:schemeClr val="tx1"/>
          </a:solidFill>
          <a:latin typeface="+mn-lt"/>
          <a:ea typeface="+mn-ea"/>
          <a:cs typeface="+mn-cs"/>
        </a:defRPr>
      </a:lvl2pPr>
      <a:lvl3pPr marL="816388" algn="l" defTabSz="816388" rtl="0" eaLnBrk="1" latinLnBrk="0" hangingPunct="1">
        <a:defRPr sz="1625" kern="1200">
          <a:solidFill>
            <a:schemeClr val="tx1"/>
          </a:solidFill>
          <a:latin typeface="+mn-lt"/>
          <a:ea typeface="+mn-ea"/>
          <a:cs typeface="+mn-cs"/>
        </a:defRPr>
      </a:lvl3pPr>
      <a:lvl4pPr marL="1224582" algn="l" defTabSz="816388" rtl="0" eaLnBrk="1" latinLnBrk="0" hangingPunct="1">
        <a:defRPr sz="1625" kern="1200">
          <a:solidFill>
            <a:schemeClr val="tx1"/>
          </a:solidFill>
          <a:latin typeface="+mn-lt"/>
          <a:ea typeface="+mn-ea"/>
          <a:cs typeface="+mn-cs"/>
        </a:defRPr>
      </a:lvl4pPr>
      <a:lvl5pPr marL="1632776" algn="l" defTabSz="816388" rtl="0" eaLnBrk="1" latinLnBrk="0" hangingPunct="1">
        <a:defRPr sz="1625" kern="1200">
          <a:solidFill>
            <a:schemeClr val="tx1"/>
          </a:solidFill>
          <a:latin typeface="+mn-lt"/>
          <a:ea typeface="+mn-ea"/>
          <a:cs typeface="+mn-cs"/>
        </a:defRPr>
      </a:lvl5pPr>
      <a:lvl6pPr marL="2040969" algn="l" defTabSz="816388" rtl="0" eaLnBrk="1" latinLnBrk="0" hangingPunct="1">
        <a:defRPr sz="1625" kern="1200">
          <a:solidFill>
            <a:schemeClr val="tx1"/>
          </a:solidFill>
          <a:latin typeface="+mn-lt"/>
          <a:ea typeface="+mn-ea"/>
          <a:cs typeface="+mn-cs"/>
        </a:defRPr>
      </a:lvl6pPr>
      <a:lvl7pPr marL="2449163" algn="l" defTabSz="816388" rtl="0" eaLnBrk="1" latinLnBrk="0" hangingPunct="1">
        <a:defRPr sz="1625" kern="1200">
          <a:solidFill>
            <a:schemeClr val="tx1"/>
          </a:solidFill>
          <a:latin typeface="+mn-lt"/>
          <a:ea typeface="+mn-ea"/>
          <a:cs typeface="+mn-cs"/>
        </a:defRPr>
      </a:lvl7pPr>
      <a:lvl8pPr marL="2857357" algn="l" defTabSz="816388" rtl="0" eaLnBrk="1" latinLnBrk="0" hangingPunct="1">
        <a:defRPr sz="1625" kern="1200">
          <a:solidFill>
            <a:schemeClr val="tx1"/>
          </a:solidFill>
          <a:latin typeface="+mn-lt"/>
          <a:ea typeface="+mn-ea"/>
          <a:cs typeface="+mn-cs"/>
        </a:defRPr>
      </a:lvl8pPr>
      <a:lvl9pPr marL="3265551" algn="l" defTabSz="816388" rtl="0" eaLnBrk="1" latinLnBrk="0" hangingPunct="1">
        <a:defRPr sz="16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public.tableau.com/" TargetMode="External"/><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hyperlink" Target="https://doi.org/10.1080/10691898.2008.11889579" TargetMode="External"/><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41240" y="1495573"/>
            <a:ext cx="8278223" cy="2015167"/>
          </a:xfrm>
        </p:spPr>
        <p:txBody>
          <a:bodyPr anchor="ctr"/>
          <a:lstStyle/>
          <a:p>
            <a:pPr algn="ctr"/>
            <a:r>
              <a:rPr lang="en-US" sz="3200" b="1" dirty="0"/>
              <a:t>Tableau Demonstration</a:t>
            </a:r>
          </a:p>
          <a:p>
            <a:pPr algn="ctr"/>
            <a:endParaRPr lang="en-US" sz="1750" dirty="0"/>
          </a:p>
          <a:p>
            <a:pPr algn="ctr"/>
            <a:r>
              <a:rPr lang="en-US" sz="1750" dirty="0"/>
              <a:t>KS Data Science Consortium</a:t>
            </a:r>
          </a:p>
          <a:p>
            <a:pPr algn="ctr"/>
            <a:r>
              <a:rPr lang="en-US" sz="1750" dirty="0"/>
              <a:t>April 29, 2023</a:t>
            </a:r>
          </a:p>
          <a:p>
            <a:pPr algn="ctr"/>
            <a:endParaRPr lang="en-US" sz="1750" dirty="0">
              <a:solidFill>
                <a:schemeClr val="tx1"/>
              </a:solidFill>
              <a:latin typeface="+mn-lt"/>
              <a:cs typeface="Merriweather Light"/>
            </a:endParaRPr>
          </a:p>
          <a:p>
            <a:pPr algn="ctr"/>
            <a:r>
              <a:rPr lang="en-US" sz="1750" dirty="0">
                <a:solidFill>
                  <a:schemeClr val="tx1"/>
                </a:solidFill>
                <a:latin typeface="+mn-lt"/>
                <a:cs typeface="Merriweather Light"/>
              </a:rPr>
              <a:t>Kevin McCarthy, Ph.D. | Martha Davis, Ph.D. </a:t>
            </a:r>
          </a:p>
          <a:p>
            <a:pPr algn="ctr" defTabSz="816388" fontAlgn="auto">
              <a:spcAft>
                <a:spcPts val="0"/>
              </a:spcAft>
              <a:defRPr/>
            </a:pPr>
            <a:r>
              <a:rPr lang="en-US" sz="1750" dirty="0">
                <a:solidFill>
                  <a:schemeClr val="tx1"/>
                </a:solidFill>
                <a:latin typeface="+mn-lt"/>
                <a:cs typeface="Merriweather Light"/>
              </a:rPr>
              <a:t>Baker University, Department of Business &amp; Economics</a:t>
            </a:r>
          </a:p>
        </p:txBody>
      </p:sp>
    </p:spTree>
    <p:extLst>
      <p:ext uri="{BB962C8B-B14F-4D97-AF65-F5344CB8AC3E}">
        <p14:creationId xmlns:p14="http://schemas.microsoft.com/office/powerpoint/2010/main" val="1296823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1"/>
          </p:nvPr>
        </p:nvSpPr>
        <p:spPr/>
        <p:txBody>
          <a:bodyPr anchor="t"/>
          <a:lstStyle/>
          <a:p>
            <a:r>
              <a:rPr lang="en-US" sz="2400" dirty="0"/>
              <a:t>Public 		</a:t>
            </a:r>
            <a:r>
              <a:rPr lang="en-US" sz="2400" dirty="0">
                <a:hlinkClick r:id="rId3"/>
              </a:rPr>
              <a:t>https://public.tableau.com</a:t>
            </a:r>
            <a:endParaRPr lang="en-US" sz="2400" dirty="0"/>
          </a:p>
          <a:p>
            <a:r>
              <a:rPr lang="en-US" sz="2400" dirty="0"/>
              <a:t>Online and Desktop versions have more features.</a:t>
            </a:r>
          </a:p>
          <a:p>
            <a:r>
              <a:rPr lang="en-US" sz="2400" dirty="0"/>
              <a:t>Academic licenses are available</a:t>
            </a:r>
          </a:p>
          <a:p>
            <a:r>
              <a:rPr lang="en-US" sz="2400" dirty="0"/>
              <a:t>Learning curve, but the user experience is intuitive </a:t>
            </a:r>
          </a:p>
          <a:p>
            <a:r>
              <a:rPr lang="en-US" sz="2400" dirty="0"/>
              <a:t>Tableau Software was founded in 2003 and was acquired by Salesforce in 2019 for $15.7B</a:t>
            </a:r>
          </a:p>
        </p:txBody>
      </p:sp>
      <p:sp>
        <p:nvSpPr>
          <p:cNvPr id="2" name="Title 1"/>
          <p:cNvSpPr>
            <a:spLocks noGrp="1"/>
          </p:cNvSpPr>
          <p:nvPr>
            <p:ph type="title"/>
          </p:nvPr>
        </p:nvSpPr>
        <p:spPr/>
        <p:txBody>
          <a:bodyPr/>
          <a:lstStyle/>
          <a:p>
            <a:r>
              <a:rPr lang="en-US" dirty="0"/>
              <a:t>Tableau – software for data visualization</a:t>
            </a:r>
          </a:p>
        </p:txBody>
      </p:sp>
    </p:spTree>
    <p:extLst>
      <p:ext uri="{BB962C8B-B14F-4D97-AF65-F5344CB8AC3E}">
        <p14:creationId xmlns:p14="http://schemas.microsoft.com/office/powerpoint/2010/main" val="1302214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1"/>
          </p:nvPr>
        </p:nvSpPr>
        <p:spPr/>
        <p:txBody>
          <a:bodyPr anchor="t">
            <a:normAutofit/>
          </a:bodyPr>
          <a:lstStyle/>
          <a:p>
            <a:pPr marL="514350" indent="-285750">
              <a:buFont typeface="Arial" panose="020B0604020202020204" pitchFamily="34" charset="0"/>
              <a:buChar char="•"/>
            </a:pPr>
            <a:r>
              <a:rPr lang="en-US" dirty="0"/>
              <a:t>Data Set: How Much Is Your Car Worth? </a:t>
            </a:r>
          </a:p>
          <a:p>
            <a:pPr marL="971550" lvl="1" indent="-285750">
              <a:buFont typeface="Arial" panose="020B0604020202020204" pitchFamily="34" charset="0"/>
              <a:buChar char="•"/>
            </a:pPr>
            <a:r>
              <a:rPr lang="en-US" sz="1500" dirty="0"/>
              <a:t>Excel File: GM Car Values Data</a:t>
            </a:r>
          </a:p>
          <a:p>
            <a:pPr marL="971550" lvl="1" indent="-285750">
              <a:buFont typeface="Arial" panose="020B0604020202020204" pitchFamily="34" charset="0"/>
              <a:buChar char="•"/>
            </a:pPr>
            <a:r>
              <a:rPr lang="en-US" sz="1500" dirty="0"/>
              <a:t>Source: Shonda Kuiper (2008) Introduction to Multiple Regression: How Much Is Your Car Worth?, Journal of Statistics Education, 16:3, DOI: </a:t>
            </a:r>
            <a:r>
              <a:rPr lang="en-US" sz="1500" u="sng" dirty="0">
                <a:hlinkClick r:id="rId3"/>
              </a:rPr>
              <a:t>10.1080/10691898.2008.11889579</a:t>
            </a:r>
            <a:endParaRPr lang="en-US" sz="1500" dirty="0"/>
          </a:p>
          <a:p>
            <a:pPr marL="514350" indent="-285750">
              <a:buFont typeface="Arial" panose="020B0604020202020204" pitchFamily="34" charset="0"/>
              <a:buChar char="•"/>
            </a:pPr>
            <a:r>
              <a:rPr lang="en-US" dirty="0"/>
              <a:t>Exploring the Data- “Story of a Row” Approach </a:t>
            </a:r>
          </a:p>
          <a:p>
            <a:pPr marL="342900" lvl="1" indent="0">
              <a:buNone/>
            </a:pPr>
            <a:endParaRPr lang="en-US" dirty="0"/>
          </a:p>
          <a:p>
            <a:pPr lvl="1"/>
            <a:endParaRPr lang="en-US" dirty="0"/>
          </a:p>
        </p:txBody>
      </p:sp>
      <p:sp>
        <p:nvSpPr>
          <p:cNvPr id="2" name="Title 1"/>
          <p:cNvSpPr>
            <a:spLocks noGrp="1"/>
          </p:cNvSpPr>
          <p:nvPr>
            <p:ph type="title"/>
          </p:nvPr>
        </p:nvSpPr>
        <p:spPr/>
        <p:txBody>
          <a:bodyPr anchor="t">
            <a:normAutofit/>
          </a:bodyPr>
          <a:lstStyle/>
          <a:p>
            <a:r>
              <a:rPr lang="en-US" dirty="0"/>
              <a:t>Tableau demonstration with an example</a:t>
            </a:r>
          </a:p>
        </p:txBody>
      </p:sp>
    </p:spTree>
    <p:extLst>
      <p:ext uri="{BB962C8B-B14F-4D97-AF65-F5344CB8AC3E}">
        <p14:creationId xmlns:p14="http://schemas.microsoft.com/office/powerpoint/2010/main" val="2504803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8" name="Google Shape;728;p40"/>
          <p:cNvSpPr txBox="1">
            <a:spLocks noGrp="1"/>
          </p:cNvSpPr>
          <p:nvPr>
            <p:ph type="body" sz="quarter" idx="12"/>
          </p:nvPr>
        </p:nvSpPr>
        <p:spPr>
          <a:xfrm>
            <a:off x="443786" y="374187"/>
            <a:ext cx="8293183" cy="360676"/>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dirty="0"/>
              <a:t>How to get started</a:t>
            </a:r>
            <a:endParaRPr dirty="0"/>
          </a:p>
        </p:txBody>
      </p:sp>
      <p:sp>
        <p:nvSpPr>
          <p:cNvPr id="726" name="Google Shape;726;p40"/>
          <p:cNvSpPr txBox="1">
            <a:spLocks noGrp="1"/>
          </p:cNvSpPr>
          <p:nvPr>
            <p:ph idx="14"/>
          </p:nvPr>
        </p:nvSpPr>
        <p:spPr>
          <a:xfrm>
            <a:off x="440298" y="870439"/>
            <a:ext cx="8296746" cy="590008"/>
          </a:xfrm>
          <a:prstGeom prst="rect">
            <a:avLst/>
          </a:prstGeom>
        </p:spPr>
        <p:txBody>
          <a:bodyPr spcFirstLastPara="1" wrap="square" lIns="0" tIns="0" rIns="0" bIns="0" anchor="t" anchorCtr="0">
            <a:noAutofit/>
          </a:bodyPr>
          <a:lstStyle/>
          <a:p>
            <a:pPr marL="0" lvl="0" indent="0" algn="l" rtl="0">
              <a:spcBef>
                <a:spcPts val="800"/>
              </a:spcBef>
              <a:spcAft>
                <a:spcPts val="0"/>
              </a:spcAft>
              <a:buNone/>
            </a:pPr>
            <a:r>
              <a:rPr lang="en" sz="1600" dirty="0"/>
              <a:t>Tableau Desktop starts with connecting to a data source.</a:t>
            </a:r>
            <a:endParaRPr sz="1600" dirty="0"/>
          </a:p>
          <a:p>
            <a:pPr marL="0" lvl="0" indent="0" algn="l" rtl="0">
              <a:spcBef>
                <a:spcPts val="800"/>
              </a:spcBef>
              <a:spcAft>
                <a:spcPts val="0"/>
              </a:spcAft>
              <a:buNone/>
            </a:pPr>
            <a:r>
              <a:rPr lang="en" sz="1600" dirty="0"/>
              <a:t>Tableau Desktop provides many data options to connect to through the Connect Pane. </a:t>
            </a:r>
          </a:p>
          <a:p>
            <a:pPr marL="0" lvl="0" indent="0"/>
            <a:r>
              <a:rPr lang="en-US" sz="1600" dirty="0"/>
              <a:t>After connecting to a data source, use the data source page to explore and customize the data. </a:t>
            </a:r>
          </a:p>
          <a:p>
            <a:pPr marL="0" lvl="0" indent="0"/>
            <a:r>
              <a:rPr lang="en-US" sz="1600" dirty="0"/>
              <a:t>Using this pane, you can </a:t>
            </a:r>
          </a:p>
          <a:p>
            <a:pPr lvl="0" indent="-330200">
              <a:buSzPts val="1600"/>
              <a:buChar char="●"/>
            </a:pPr>
            <a:r>
              <a:rPr lang="en-US" sz="1600" dirty="0"/>
              <a:t>View the connected data source </a:t>
            </a:r>
          </a:p>
          <a:p>
            <a:pPr lvl="0" indent="-330200">
              <a:spcBef>
                <a:spcPts val="0"/>
              </a:spcBef>
              <a:buSzPts val="1600"/>
              <a:buChar char="●"/>
            </a:pPr>
            <a:r>
              <a:rPr lang="en-US" sz="1600" dirty="0"/>
              <a:t>Create relationships between your tables</a:t>
            </a:r>
          </a:p>
          <a:p>
            <a:pPr lvl="0" indent="-330200">
              <a:spcBef>
                <a:spcPts val="0"/>
              </a:spcBef>
              <a:buSzPts val="1600"/>
              <a:buChar char="●"/>
            </a:pPr>
            <a:r>
              <a:rPr lang="en-US" sz="1600" dirty="0"/>
              <a:t>Create joins and unions between tables</a:t>
            </a:r>
          </a:p>
          <a:p>
            <a:pPr lvl="0" indent="-330200">
              <a:spcBef>
                <a:spcPts val="0"/>
              </a:spcBef>
              <a:buSzPts val="1600"/>
              <a:buChar char="●"/>
            </a:pPr>
            <a:r>
              <a:rPr lang="en-US" sz="1600" dirty="0"/>
              <a:t>View the </a:t>
            </a:r>
            <a:r>
              <a:rPr lang="en-US" sz="1600"/>
              <a:t>top rows </a:t>
            </a:r>
            <a:r>
              <a:rPr lang="en-US" sz="1600" dirty="0"/>
              <a:t>of your data</a:t>
            </a:r>
          </a:p>
          <a:p>
            <a:pPr lvl="0" indent="-330200">
              <a:spcBef>
                <a:spcPts val="0"/>
              </a:spcBef>
              <a:buSzPts val="1600"/>
              <a:buChar char="●"/>
            </a:pPr>
            <a:r>
              <a:rPr lang="en-US" sz="1600" dirty="0"/>
              <a:t>View the metadata of your data source</a:t>
            </a:r>
          </a:p>
          <a:p>
            <a:pPr marL="0" lvl="0" indent="0"/>
            <a:endParaRPr lang="en-US" sz="1600" dirty="0"/>
          </a:p>
          <a:p>
            <a:pPr marL="0" lvl="0" indent="0" algn="l" rtl="0">
              <a:spcBef>
                <a:spcPts val="800"/>
              </a:spcBef>
              <a:spcAft>
                <a:spcPts val="0"/>
              </a:spcAft>
              <a:buNone/>
            </a:pPr>
            <a:r>
              <a:rPr lang="en" sz="1600" dirty="0"/>
              <a:t> </a:t>
            </a:r>
            <a:endParaRPr sz="1600" dirty="0"/>
          </a:p>
        </p:txBody>
      </p:sp>
    </p:spTree>
  </p:cSld>
  <p:clrMapOvr>
    <a:masterClrMapping/>
  </p:clrMapOvr>
</p:sld>
</file>

<file path=ppt/theme/theme1.xml><?xml version="1.0" encoding="utf-8"?>
<a:theme xmlns:a="http://schemas.openxmlformats.org/drawingml/2006/main" name="PPT_Corporate_Template_BentonSans_16.9">
  <a:themeElements>
    <a:clrScheme name="Custom 8">
      <a:dk1>
        <a:srgbClr val="666666"/>
      </a:dk1>
      <a:lt1>
        <a:sysClr val="window" lastClr="FFFFFF"/>
      </a:lt1>
      <a:dk2>
        <a:srgbClr val="5B6591"/>
      </a:dk2>
      <a:lt2>
        <a:srgbClr val="FFFFFF"/>
      </a:lt2>
      <a:accent1>
        <a:srgbClr val="1F447D"/>
      </a:accent1>
      <a:accent2>
        <a:srgbClr val="E8762C"/>
      </a:accent2>
      <a:accent3>
        <a:srgbClr val="7099A6"/>
      </a:accent3>
      <a:accent4>
        <a:srgbClr val="59879B"/>
      </a:accent4>
      <a:accent5>
        <a:srgbClr val="4C4C4C"/>
      </a:accent5>
      <a:accent6>
        <a:srgbClr val="C72035"/>
      </a:accent6>
      <a:hlink>
        <a:srgbClr val="EB912C"/>
      </a:hlink>
      <a:folHlink>
        <a:srgbClr val="969696"/>
      </a:folHlink>
    </a:clrScheme>
    <a:fontScheme name="Tableau Corporate Fonts">
      <a:majorFont>
        <a:latin typeface="BentonSans Book"/>
        <a:ea typeface=""/>
        <a:cs typeface=""/>
      </a:majorFont>
      <a:minorFont>
        <a:latin typeface="Merriweather 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lumMod val="60000"/>
            <a:lumOff val="40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cmpd="sng">
          <a:solidFill>
            <a:schemeClr val="bg1">
              <a:lumMod val="75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1926</TotalTime>
  <Words>410</Words>
  <Application>Microsoft Office PowerPoint</Application>
  <PresentationFormat>On-screen Show (16:9)</PresentationFormat>
  <Paragraphs>51</Paragraphs>
  <Slides>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BentonSans Book</vt:lpstr>
      <vt:lpstr>Merriweather Light</vt:lpstr>
      <vt:lpstr>Verdana</vt:lpstr>
      <vt:lpstr>PPT_Corporate_Template_BentonSans_16.9</vt:lpstr>
      <vt:lpstr>PowerPoint Presentation</vt:lpstr>
      <vt:lpstr>Tableau – software for data visualization</vt:lpstr>
      <vt:lpstr>Tableau demonstration with an 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Fundamentals</dc:title>
  <dc:creator>Martha Davis</dc:creator>
  <cp:lastModifiedBy>Martha Davis</cp:lastModifiedBy>
  <cp:revision>23</cp:revision>
  <dcterms:modified xsi:type="dcterms:W3CDTF">2023-04-28T22:35:24Z</dcterms:modified>
</cp:coreProperties>
</file>